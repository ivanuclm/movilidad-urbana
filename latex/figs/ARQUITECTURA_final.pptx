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0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777"/>
    <a:srgbClr val="212121"/>
    <a:srgbClr val="013174"/>
    <a:srgbClr val="3188C9"/>
    <a:srgbClr val="F9A825"/>
    <a:srgbClr val="D50950"/>
    <a:srgbClr val="88BFCC"/>
    <a:srgbClr val="1565C0"/>
    <a:srgbClr val="D00000"/>
    <a:srgbClr val="8DD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5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875B9-81E3-48EB-AC45-E2B16239D10D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3030-81AC-4058-9907-DF0C1905F7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7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91A52-315D-880C-1BBC-5FDFFD58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A68D77-1D24-831A-0D32-1321396BE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75308-33DE-AC31-DA14-BF827372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B9BE5E-23DA-C564-C19D-97698D3C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50B544-3410-3B48-51A3-1E853A6B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3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9CAB7-2F63-9C85-4AF6-6E3A9E6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2706E1-EF29-E341-88B3-BE42AD9FC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23FABA-2D68-48E2-EC72-A300E1ED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BCC2B-5D0F-25BC-1642-0D0DF7B1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26E9B-0C38-9547-47AB-39F528F0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0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08012-3659-7FA5-10A2-92C50E4F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E257C2-2D17-D070-F704-12E0BC23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8BB78-A296-40C9-52D8-B1FDE678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2ACA34-9AE2-6A8B-6FFD-A245FEE8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D26B53-4C91-E7C0-3FAD-C7C650B7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39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8D901-BCC4-0DDA-B073-86BDB364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365C81-E47A-861B-B608-9751FBD2D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DC33FC-6080-1E3E-3007-006337335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12619-1BF2-2449-895B-28545303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780498-8829-F5F5-42E1-D8EEBF56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E9A821-D520-AC01-56D7-134D4158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56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0D7E2-74D1-E2C6-A596-E6AD2B64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06008-2512-5A68-56F4-3F09A0FA4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CAF505-0A7F-D79F-4AE8-4E30900C4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368F43-4B85-9BF7-906B-8961CFDEC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B3124-300D-8766-89CD-4EF9B0146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63BC79-A714-E190-4DDF-48D93070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326F4A-B81C-E158-7F99-7C1A3390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F92DAB-4F54-9E9A-58AA-A3B4435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905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92C37-6702-05C1-BFC6-C24C4C0C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457C4A-18E2-4645-5209-EF91E6F1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1FF62E-5282-A4FE-912F-510DDD03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60C620-A65A-5B0E-3737-2594B65B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23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E55A4C-306F-4269-EA27-B2E33A57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7F7518-B5BE-3065-BF9E-92C5B246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C95FA-C892-12E5-D4C2-33C3D74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22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3B81F-5AB8-0265-093B-C8A87203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BBE69-41EF-BC68-1D18-5B75B6EC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37F1C-EAD3-1CF9-B812-590407CA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1D3A75-D619-6D85-BE75-497376A7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D464BE-8B12-D655-50A7-D4813317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1773AB-5B11-F15A-CB86-F7521CDB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00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9FCCA-204C-F286-4374-C7640C47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59961F-18D3-F7AB-44FD-0FDA5DF32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D8D7B-BAC6-CFC4-057C-E8B2AB92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2FA478-CCAB-4CA1-A892-7805DCF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CDCE7E-2B88-79D4-DDC2-B1C9A365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3CDC45-E6E5-1C77-56F9-35B868D9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34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0F878-CB75-349F-D759-7E885DB1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B6A485-E983-8FC0-4B1D-E8C43D442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11BA01-BE11-FA83-F50C-9CEE4D94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4F805-C55C-28C0-EF19-0F6CA8D8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50F89-7312-BF27-3DCE-CA9DF6C7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2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0ECB31-2DC8-DE84-4CE7-814A28A9A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B3DFFB-03CD-8D05-B7C9-3B889F6B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521492-A785-FE3A-5742-D55B511C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619E87-3DE5-7829-FA88-3C52C41F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FA9C9-04CD-5305-916A-7622E77B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299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90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F1AC58-2A60-18C1-C388-3079A4F0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B55B94-41F8-D4CA-59BF-D74905A50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E39CD-5998-6470-3538-1D961F868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888AD-2037-4E90-B50F-EBB1A322544F}" type="datetimeFigureOut">
              <a:rPr lang="es-ES" smtClean="0"/>
              <a:t>21/04/2026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2270C-1699-54A5-8EAA-4C0FFA17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D56C1C-0C1B-D170-CADB-A3813521D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45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jpe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29" Type="http://schemas.openxmlformats.org/officeDocument/2006/relationships/image" Target="../media/image2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rupo 1319">
            <a:extLst>
              <a:ext uri="{FF2B5EF4-FFF2-40B4-BE49-F238E27FC236}">
                <a16:creationId xmlns:a16="http://schemas.microsoft.com/office/drawing/2014/main" id="{7A008E7F-3313-F534-7F31-EC8D8F0D5D7B}"/>
              </a:ext>
            </a:extLst>
          </p:cNvPr>
          <p:cNvGrpSpPr/>
          <p:nvPr/>
        </p:nvGrpSpPr>
        <p:grpSpPr>
          <a:xfrm>
            <a:off x="789855" y="361950"/>
            <a:ext cx="8059456" cy="6407150"/>
            <a:chOff x="840654" y="387350"/>
            <a:chExt cx="8059458" cy="6407150"/>
          </a:xfrm>
        </p:grpSpPr>
        <p:sp>
          <p:nvSpPr>
            <p:cNvPr id="34" name="Shape 25"/>
            <p:cNvSpPr/>
            <p:nvPr/>
          </p:nvSpPr>
          <p:spPr>
            <a:xfrm>
              <a:off x="840654" y="387350"/>
              <a:ext cx="8059458" cy="6407150"/>
            </a:xfrm>
            <a:prstGeom prst="roundRect">
              <a:avLst>
                <a:gd name="adj" fmla="val 2105"/>
              </a:avLst>
            </a:prstGeom>
            <a:solidFill>
              <a:srgbClr val="F0F8FE"/>
            </a:solidFill>
            <a:ln w="25400">
              <a:solidFill>
                <a:srgbClr val="1565C0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97" name="Picture 18" descr="Docker Compose Icon | Dashboard Icons">
              <a:extLst>
                <a:ext uri="{FF2B5EF4-FFF2-40B4-BE49-F238E27FC236}">
                  <a16:creationId xmlns:a16="http://schemas.microsoft.com/office/drawing/2014/main" id="{9E06BCA2-F1BE-276C-D9A9-B518AC7EC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703" y="459487"/>
              <a:ext cx="349874" cy="444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7" name="Text 0">
              <a:extLst>
                <a:ext uri="{FF2B5EF4-FFF2-40B4-BE49-F238E27FC236}">
                  <a16:creationId xmlns:a16="http://schemas.microsoft.com/office/drawing/2014/main" id="{488DF956-ACC5-85FB-7850-7CD61DEC8B26}"/>
                </a:ext>
              </a:extLst>
            </p:cNvPr>
            <p:cNvSpPr/>
            <p:nvPr/>
          </p:nvSpPr>
          <p:spPr>
            <a:xfrm>
              <a:off x="1331374" y="504245"/>
              <a:ext cx="1453576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docker-compose</a:t>
              </a:r>
              <a:endParaRPr lang="en-US" sz="2000" dirty="0">
                <a:solidFill>
                  <a:srgbClr val="1565C0"/>
                </a:solidFill>
              </a:endParaRPr>
            </a:p>
          </p:txBody>
        </p:sp>
      </p:grpSp>
      <p:grpSp>
        <p:nvGrpSpPr>
          <p:cNvPr id="1319" name="Grupo 1318">
            <a:extLst>
              <a:ext uri="{FF2B5EF4-FFF2-40B4-BE49-F238E27FC236}">
                <a16:creationId xmlns:a16="http://schemas.microsoft.com/office/drawing/2014/main" id="{F97AC939-DE86-557D-1A45-377F8DC122CA}"/>
              </a:ext>
            </a:extLst>
          </p:cNvPr>
          <p:cNvGrpSpPr/>
          <p:nvPr/>
        </p:nvGrpSpPr>
        <p:grpSpPr>
          <a:xfrm>
            <a:off x="9054787" y="367028"/>
            <a:ext cx="3085160" cy="6408394"/>
            <a:chOff x="9065543" y="392401"/>
            <a:chExt cx="2992168" cy="6408394"/>
          </a:xfrm>
        </p:grpSpPr>
        <p:sp>
          <p:nvSpPr>
            <p:cNvPr id="1282" name="Shape 25">
              <a:extLst>
                <a:ext uri="{FF2B5EF4-FFF2-40B4-BE49-F238E27FC236}">
                  <a16:creationId xmlns:a16="http://schemas.microsoft.com/office/drawing/2014/main" id="{BE0DDB90-F744-44FB-15A3-556FC84EAA21}"/>
                </a:ext>
              </a:extLst>
            </p:cNvPr>
            <p:cNvSpPr/>
            <p:nvPr/>
          </p:nvSpPr>
          <p:spPr>
            <a:xfrm>
              <a:off x="9065543" y="392401"/>
              <a:ext cx="2992168" cy="6408394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18" name="Text 0">
              <a:extLst>
                <a:ext uri="{FF2B5EF4-FFF2-40B4-BE49-F238E27FC236}">
                  <a16:creationId xmlns:a16="http://schemas.microsoft.com/office/drawing/2014/main" id="{DBC100CC-11EB-3CDE-DB06-3F346AB77AC5}"/>
                </a:ext>
              </a:extLst>
            </p:cNvPr>
            <p:cNvSpPr/>
            <p:nvPr/>
          </p:nvSpPr>
          <p:spPr>
            <a:xfrm>
              <a:off x="9304647" y="456634"/>
              <a:ext cx="2628273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Fuentes de </a:t>
              </a:r>
              <a:r>
                <a:rPr lang="en-US" sz="1600" b="1" dirty="0" err="1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datos</a:t>
              </a:r>
              <a:endParaRPr lang="en-US" sz="2000" dirty="0">
                <a:solidFill>
                  <a:srgbClr val="777777"/>
                </a:solidFill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Simulador de Movilidad Urbana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64"/>
          <p:cNvSpPr/>
          <p:nvPr/>
        </p:nvSpPr>
        <p:spPr>
          <a:xfrm>
            <a:off x="6766561" y="319226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D2B78DE-465A-0D29-7E58-93B7C13DED42}"/>
              </a:ext>
            </a:extLst>
          </p:cNvPr>
          <p:cNvGrpSpPr/>
          <p:nvPr/>
        </p:nvGrpSpPr>
        <p:grpSpPr>
          <a:xfrm>
            <a:off x="55402" y="1325377"/>
            <a:ext cx="628685" cy="701852"/>
            <a:chOff x="554019" y="4109670"/>
            <a:chExt cx="628685" cy="701852"/>
          </a:xfrm>
        </p:grpSpPr>
        <p:pic>
          <p:nvPicPr>
            <p:cNvPr id="110" name="Image 8" descr="preencoded.png">
              <a:extLst>
                <a:ext uri="{FF2B5EF4-FFF2-40B4-BE49-F238E27FC236}">
                  <a16:creationId xmlns:a16="http://schemas.microsoft.com/office/drawing/2014/main" id="{4CB219A7-485C-60FC-05FC-F53B6CE7D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820" y="4109670"/>
              <a:ext cx="502920" cy="502920"/>
            </a:xfrm>
            <a:prstGeom prst="rect">
              <a:avLst/>
            </a:prstGeom>
          </p:spPr>
        </p:pic>
        <p:sp>
          <p:nvSpPr>
            <p:cNvPr id="111" name="Text 0">
              <a:extLst>
                <a:ext uri="{FF2B5EF4-FFF2-40B4-BE49-F238E27FC236}">
                  <a16:creationId xmlns:a16="http://schemas.microsoft.com/office/drawing/2014/main" id="{59425079-671B-F859-1B4A-A62516F4517E}"/>
                </a:ext>
              </a:extLst>
            </p:cNvPr>
            <p:cNvSpPr/>
            <p:nvPr/>
          </p:nvSpPr>
          <p:spPr>
            <a:xfrm>
              <a:off x="554019" y="4537202"/>
              <a:ext cx="62868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sz="1900" dirty="0">
                <a:solidFill>
                  <a:srgbClr val="424242"/>
                </a:solidFill>
              </a:endParaRPr>
            </a:p>
          </p:txBody>
        </p:sp>
      </p:grpSp>
      <p:cxnSp>
        <p:nvCxnSpPr>
          <p:cNvPr id="1051" name="Conector: angular 1050">
            <a:extLst>
              <a:ext uri="{FF2B5EF4-FFF2-40B4-BE49-F238E27FC236}">
                <a16:creationId xmlns:a16="http://schemas.microsoft.com/office/drawing/2014/main" id="{D5024609-A408-A030-0085-9CB77A13EDDB}"/>
              </a:ext>
            </a:extLst>
          </p:cNvPr>
          <p:cNvCxnSpPr>
            <a:cxnSpLocks/>
            <a:stCxn id="111" idx="2"/>
            <a:endCxn id="40" idx="1"/>
          </p:cNvCxnSpPr>
          <p:nvPr/>
        </p:nvCxnSpPr>
        <p:spPr>
          <a:xfrm rot="16200000" flipH="1">
            <a:off x="-35944" y="2432917"/>
            <a:ext cx="1596063" cy="7846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CB4AA8-8718-C5EF-AFB3-F109A1C0A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89" y="2409660"/>
            <a:ext cx="470909" cy="4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3" name="Grupo 1322">
            <a:extLst>
              <a:ext uri="{FF2B5EF4-FFF2-40B4-BE49-F238E27FC236}">
                <a16:creationId xmlns:a16="http://schemas.microsoft.com/office/drawing/2014/main" id="{6B51A140-BBF0-F7B6-9E59-D7EF4C3C6117}"/>
              </a:ext>
            </a:extLst>
          </p:cNvPr>
          <p:cNvGrpSpPr/>
          <p:nvPr/>
        </p:nvGrpSpPr>
        <p:grpSpPr>
          <a:xfrm>
            <a:off x="1154430" y="983476"/>
            <a:ext cx="1463041" cy="5279632"/>
            <a:chOff x="1097280" y="983476"/>
            <a:chExt cx="1463041" cy="5279632"/>
          </a:xfrm>
        </p:grpSpPr>
        <p:sp>
          <p:nvSpPr>
            <p:cNvPr id="40" name="Shape 29"/>
            <p:cNvSpPr/>
            <p:nvPr/>
          </p:nvSpPr>
          <p:spPr>
            <a:xfrm>
              <a:off x="1097280" y="983476"/>
              <a:ext cx="1463040" cy="527963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31750">
              <a:solidFill>
                <a:srgbClr val="61DAF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032" name="Imagen 1031">
              <a:extLst>
                <a:ext uri="{FF2B5EF4-FFF2-40B4-BE49-F238E27FC236}">
                  <a16:creationId xmlns:a16="http://schemas.microsoft.com/office/drawing/2014/main" id="{A23E5EC8-223B-67E3-625F-E62478788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2385" y="3070814"/>
              <a:ext cx="1234975" cy="1187796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48" name="Imagen 1047">
              <a:extLst>
                <a:ext uri="{FF2B5EF4-FFF2-40B4-BE49-F238E27FC236}">
                  <a16:creationId xmlns:a16="http://schemas.microsoft.com/office/drawing/2014/main" id="{4DB1A473-9809-6F0D-7FA1-CEA899C5F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7535" y="4371434"/>
              <a:ext cx="1162530" cy="308494"/>
            </a:xfrm>
            <a:prstGeom prst="rect">
              <a:avLst/>
            </a:prstGeom>
          </p:spPr>
        </p:pic>
        <p:sp>
          <p:nvSpPr>
            <p:cNvPr id="1120" name="Shape 43">
              <a:extLst>
                <a:ext uri="{FF2B5EF4-FFF2-40B4-BE49-F238E27FC236}">
                  <a16:creationId xmlns:a16="http://schemas.microsoft.com/office/drawing/2014/main" id="{6F3ED03A-EFBD-FFD7-77B5-985B497A62BC}"/>
                </a:ext>
              </a:extLst>
            </p:cNvPr>
            <p:cNvSpPr/>
            <p:nvPr/>
          </p:nvSpPr>
          <p:spPr>
            <a:xfrm>
              <a:off x="1097281" y="993647"/>
              <a:ext cx="1463040" cy="662807"/>
            </a:xfrm>
            <a:prstGeom prst="roundRect">
              <a:avLst>
                <a:gd name="adj" fmla="val 10000"/>
              </a:avLst>
            </a:prstGeom>
            <a:solidFill>
              <a:srgbClr val="E2F8FE"/>
            </a:solidFill>
            <a:ln w="19050">
              <a:solidFill>
                <a:srgbClr val="61DAF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pic>
          <p:nvPicPr>
            <p:cNvPr id="1100" name="Picture 12" descr="Build a To-Do App w/ TypeScript, React, Vite | Bits and Pieces">
              <a:extLst>
                <a:ext uri="{FF2B5EF4-FFF2-40B4-BE49-F238E27FC236}">
                  <a16:creationId xmlns:a16="http://schemas.microsoft.com/office/drawing/2014/main" id="{9EA67048-99D7-3887-85C5-6BF21CEFB8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26" t="23405" r="10533" b="25040"/>
            <a:stretch>
              <a:fillRect/>
            </a:stretch>
          </p:blipFill>
          <p:spPr bwMode="auto">
            <a:xfrm>
              <a:off x="1231811" y="2119816"/>
              <a:ext cx="1227049" cy="4548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 34"/>
            <p:cNvSpPr/>
            <p:nvPr/>
          </p:nvSpPr>
          <p:spPr>
            <a:xfrm>
              <a:off x="1720596" y="1152090"/>
              <a:ext cx="675132" cy="1698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1400" dirty="0"/>
            </a:p>
          </p:txBody>
        </p:sp>
        <p:sp>
          <p:nvSpPr>
            <p:cNvPr id="46" name="Text 35"/>
            <p:cNvSpPr/>
            <p:nvPr/>
          </p:nvSpPr>
          <p:spPr>
            <a:xfrm>
              <a:off x="1720596" y="1330880"/>
              <a:ext cx="291084" cy="171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:5173</a:t>
              </a:r>
              <a:endParaRPr lang="en-US" sz="900" dirty="0"/>
            </a:p>
          </p:txBody>
        </p:sp>
        <p:pic>
          <p:nvPicPr>
            <p:cNvPr id="124" name="Gráfico 123">
              <a:extLst>
                <a:ext uri="{FF2B5EF4-FFF2-40B4-BE49-F238E27FC236}">
                  <a16:creationId xmlns:a16="http://schemas.microsoft.com/office/drawing/2014/main" id="{E88D62CE-05FB-5477-798E-21D84CFFD6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91678" y="1119390"/>
              <a:ext cx="451284" cy="408305"/>
            </a:xfrm>
            <a:prstGeom prst="rect">
              <a:avLst/>
            </a:prstGeom>
          </p:spPr>
        </p:pic>
      </p:grpSp>
      <p:cxnSp>
        <p:nvCxnSpPr>
          <p:cNvPr id="1151" name="Conector: angular 1150">
            <a:extLst>
              <a:ext uri="{FF2B5EF4-FFF2-40B4-BE49-F238E27FC236}">
                <a16:creationId xmlns:a16="http://schemas.microsoft.com/office/drawing/2014/main" id="{719AFC47-CA96-8D62-DDCA-111FE4A987F2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617470" y="3623292"/>
            <a:ext cx="392684" cy="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0" name="Grupo 1289">
            <a:extLst>
              <a:ext uri="{FF2B5EF4-FFF2-40B4-BE49-F238E27FC236}">
                <a16:creationId xmlns:a16="http://schemas.microsoft.com/office/drawing/2014/main" id="{CF026854-3137-7FA3-50FF-3AA5D71F9AD3}"/>
              </a:ext>
            </a:extLst>
          </p:cNvPr>
          <p:cNvGrpSpPr/>
          <p:nvPr/>
        </p:nvGrpSpPr>
        <p:grpSpPr>
          <a:xfrm>
            <a:off x="3010154" y="985829"/>
            <a:ext cx="2221991" cy="5274980"/>
            <a:chOff x="3118104" y="985829"/>
            <a:chExt cx="2221991" cy="5274980"/>
          </a:xfrm>
        </p:grpSpPr>
        <p:grpSp>
          <p:nvGrpSpPr>
            <p:cNvPr id="1289" name="Grupo 1288">
              <a:extLst>
                <a:ext uri="{FF2B5EF4-FFF2-40B4-BE49-F238E27FC236}">
                  <a16:creationId xmlns:a16="http://schemas.microsoft.com/office/drawing/2014/main" id="{C11D3741-8B45-A2A5-282B-A60905B73246}"/>
                </a:ext>
              </a:extLst>
            </p:cNvPr>
            <p:cNvGrpSpPr/>
            <p:nvPr/>
          </p:nvGrpSpPr>
          <p:grpSpPr>
            <a:xfrm>
              <a:off x="3118104" y="985829"/>
              <a:ext cx="2221991" cy="5274980"/>
              <a:chOff x="3118104" y="985829"/>
              <a:chExt cx="2221991" cy="5274980"/>
            </a:xfrm>
          </p:grpSpPr>
          <p:grpSp>
            <p:nvGrpSpPr>
              <p:cNvPr id="1121" name="Grupo 1120">
                <a:extLst>
                  <a:ext uri="{FF2B5EF4-FFF2-40B4-BE49-F238E27FC236}">
                    <a16:creationId xmlns:a16="http://schemas.microsoft.com/office/drawing/2014/main" id="{414E64D2-F679-5F06-41AE-858613A6B9D5}"/>
                  </a:ext>
                </a:extLst>
              </p:cNvPr>
              <p:cNvGrpSpPr/>
              <p:nvPr/>
            </p:nvGrpSpPr>
            <p:grpSpPr>
              <a:xfrm>
                <a:off x="3118104" y="985829"/>
                <a:ext cx="2221991" cy="5274980"/>
                <a:chOff x="2962656" y="2647500"/>
                <a:chExt cx="2377439" cy="3807557"/>
              </a:xfrm>
            </p:grpSpPr>
            <p:sp>
              <p:nvSpPr>
                <p:cNvPr id="49" name="Shape 38"/>
                <p:cNvSpPr/>
                <p:nvPr/>
              </p:nvSpPr>
              <p:spPr>
                <a:xfrm>
                  <a:off x="2962656" y="2647500"/>
                  <a:ext cx="2377439" cy="3807557"/>
                </a:xfrm>
                <a:prstGeom prst="roundRect">
                  <a:avLst>
                    <a:gd name="adj" fmla="val 2581"/>
                  </a:avLst>
                </a:prstGeom>
                <a:solidFill>
                  <a:srgbClr val="FFFFFF"/>
                </a:solidFill>
                <a:ln w="31750">
                  <a:solidFill>
                    <a:srgbClr val="009688"/>
                  </a:solidFill>
                  <a:prstDash val="solid"/>
                </a:ln>
                <a:effectLst>
                  <a:outerShdw blurRad="76200" dist="254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1118" name="Shape 43">
                  <a:extLst>
                    <a:ext uri="{FF2B5EF4-FFF2-40B4-BE49-F238E27FC236}">
                      <a16:creationId xmlns:a16="http://schemas.microsoft.com/office/drawing/2014/main" id="{5E00EF5C-DD56-04D2-ACE9-0D9E33EC678C}"/>
                    </a:ext>
                  </a:extLst>
                </p:cNvPr>
                <p:cNvSpPr/>
                <p:nvPr/>
              </p:nvSpPr>
              <p:spPr>
                <a:xfrm>
                  <a:off x="2962656" y="2648561"/>
                  <a:ext cx="2377439" cy="47754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905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104" name="Text 34">
                <a:extLst>
                  <a:ext uri="{FF2B5EF4-FFF2-40B4-BE49-F238E27FC236}">
                    <a16:creationId xmlns:a16="http://schemas.microsoft.com/office/drawing/2014/main" id="{6D2DBD47-E3F0-B0D1-3034-A4A7C10CE2A8}"/>
                  </a:ext>
                </a:extLst>
              </p:cNvPr>
              <p:cNvSpPr/>
              <p:nvPr/>
            </p:nvSpPr>
            <p:spPr>
              <a:xfrm>
                <a:off x="4342010" y="1138937"/>
                <a:ext cx="675132" cy="1698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backend</a:t>
                </a:r>
                <a:endParaRPr lang="en-US" sz="1400" dirty="0"/>
              </a:p>
            </p:txBody>
          </p:sp>
          <p:sp>
            <p:nvSpPr>
              <p:cNvPr id="1105" name="Text 35">
                <a:extLst>
                  <a:ext uri="{FF2B5EF4-FFF2-40B4-BE49-F238E27FC236}">
                    <a16:creationId xmlns:a16="http://schemas.microsoft.com/office/drawing/2014/main" id="{31A14D28-3B15-39CD-A156-F064FFB7524F}"/>
                  </a:ext>
                </a:extLst>
              </p:cNvPr>
              <p:cNvSpPr/>
              <p:nvPr/>
            </p:nvSpPr>
            <p:spPr>
              <a:xfrm>
                <a:off x="4348360" y="1317727"/>
                <a:ext cx="291084" cy="1717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:8000</a:t>
                </a:r>
                <a:endParaRPr lang="en-US" sz="900" dirty="0"/>
              </a:p>
            </p:txBody>
          </p:sp>
          <p:pic>
            <p:nvPicPr>
              <p:cNvPr id="1123" name="Imagen 1122">
                <a:extLst>
                  <a:ext uri="{FF2B5EF4-FFF2-40B4-BE49-F238E27FC236}">
                    <a16:creationId xmlns:a16="http://schemas.microsoft.com/office/drawing/2014/main" id="{8D9AE540-DEBF-7B99-60F6-695F8E86E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8228" y="1334547"/>
                <a:ext cx="950579" cy="241673"/>
              </a:xfrm>
              <a:prstGeom prst="rect">
                <a:avLst/>
              </a:prstGeom>
            </p:spPr>
          </p:pic>
          <p:pic>
            <p:nvPicPr>
              <p:cNvPr id="1125" name="Imagen 1124">
                <a:extLst>
                  <a:ext uri="{FF2B5EF4-FFF2-40B4-BE49-F238E27FC236}">
                    <a16:creationId xmlns:a16="http://schemas.microsoft.com/office/drawing/2014/main" id="{0F77217F-036A-BD41-2EC2-48E41099F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58667" y="1066117"/>
                <a:ext cx="247829" cy="249492"/>
              </a:xfrm>
              <a:prstGeom prst="rect">
                <a:avLst/>
              </a:prstGeom>
            </p:spPr>
          </p:pic>
        </p:grpSp>
        <p:sp>
          <p:nvSpPr>
            <p:cNvPr id="54" name="Shape 43"/>
            <p:cNvSpPr/>
            <p:nvPr/>
          </p:nvSpPr>
          <p:spPr>
            <a:xfrm>
              <a:off x="3444240" y="2276589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osrm</a:t>
              </a:r>
              <a:endParaRPr lang="en-US" sz="1600" b="1" dirty="0"/>
            </a:p>
          </p:txBody>
        </p:sp>
        <p:sp>
          <p:nvSpPr>
            <p:cNvPr id="1202" name="Shape 43">
              <a:extLst>
                <a:ext uri="{FF2B5EF4-FFF2-40B4-BE49-F238E27FC236}">
                  <a16:creationId xmlns:a16="http://schemas.microsoft.com/office/drawing/2014/main" id="{63483E9B-1D37-0F18-DE23-DBF4CF9550B4}"/>
                </a:ext>
              </a:extLst>
            </p:cNvPr>
            <p:cNvSpPr/>
            <p:nvPr/>
          </p:nvSpPr>
          <p:spPr>
            <a:xfrm>
              <a:off x="3444240" y="301779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otp</a:t>
              </a:r>
              <a:endParaRPr lang="en-US" sz="1600" b="1" dirty="0"/>
            </a:p>
          </p:txBody>
        </p:sp>
        <p:sp>
          <p:nvSpPr>
            <p:cNvPr id="1203" name="Shape 43">
              <a:extLst>
                <a:ext uri="{FF2B5EF4-FFF2-40B4-BE49-F238E27FC236}">
                  <a16:creationId xmlns:a16="http://schemas.microsoft.com/office/drawing/2014/main" id="{182543CB-0DC0-406C-FEB7-EFFF563484AA}"/>
                </a:ext>
              </a:extLst>
            </p:cNvPr>
            <p:cNvSpPr/>
            <p:nvPr/>
          </p:nvSpPr>
          <p:spPr>
            <a:xfrm>
              <a:off x="3444240" y="3896965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gtfs</a:t>
              </a:r>
              <a:endParaRPr lang="en-US" sz="1600" b="1" dirty="0"/>
            </a:p>
          </p:txBody>
        </p:sp>
        <p:sp>
          <p:nvSpPr>
            <p:cNvPr id="1204" name="Shape 43">
              <a:extLst>
                <a:ext uri="{FF2B5EF4-FFF2-40B4-BE49-F238E27FC236}">
                  <a16:creationId xmlns:a16="http://schemas.microsoft.com/office/drawing/2014/main" id="{77DFE24D-667F-D18C-9A4F-84C54B70A4F5}"/>
                </a:ext>
              </a:extLst>
            </p:cNvPr>
            <p:cNvSpPr/>
            <p:nvPr/>
          </p:nvSpPr>
          <p:spPr>
            <a:xfrm>
              <a:off x="3444240" y="498138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lpmc</a:t>
              </a:r>
              <a:endParaRPr lang="en-US" sz="1600" b="1" dirty="0"/>
            </a:p>
          </p:txBody>
        </p:sp>
      </p:grpSp>
      <p:grpSp>
        <p:nvGrpSpPr>
          <p:cNvPr id="1375" name="Grupo 1374">
            <a:extLst>
              <a:ext uri="{FF2B5EF4-FFF2-40B4-BE49-F238E27FC236}">
                <a16:creationId xmlns:a16="http://schemas.microsoft.com/office/drawing/2014/main" id="{56690B56-8D52-156D-1812-2E3B6E446FF1}"/>
              </a:ext>
            </a:extLst>
          </p:cNvPr>
          <p:cNvGrpSpPr/>
          <p:nvPr/>
        </p:nvGrpSpPr>
        <p:grpSpPr>
          <a:xfrm>
            <a:off x="5708658" y="2980099"/>
            <a:ext cx="2946393" cy="411627"/>
            <a:chOff x="5922264" y="3080024"/>
            <a:chExt cx="2947417" cy="411627"/>
          </a:xfrm>
        </p:grpSpPr>
        <p:sp>
          <p:nvSpPr>
            <p:cNvPr id="76" name="Shape 62"/>
            <p:cNvSpPr/>
            <p:nvPr/>
          </p:nvSpPr>
          <p:spPr>
            <a:xfrm>
              <a:off x="5922264" y="3080024"/>
              <a:ext cx="2947417" cy="41162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1194" name="Image 9" descr="Autobús con relleno sólido">
              <a:extLst>
                <a:ext uri="{FF2B5EF4-FFF2-40B4-BE49-F238E27FC236}">
                  <a16:creationId xmlns:a16="http://schemas.microsoft.com/office/drawing/2014/main" id="{AEB0EC52-F453-9AA2-B8FE-4D0D89CBEF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1195" name="Text 54">
              <a:extLst>
                <a:ext uri="{FF2B5EF4-FFF2-40B4-BE49-F238E27FC236}">
                  <a16:creationId xmlns:a16="http://schemas.microsoft.com/office/drawing/2014/main" id="{455CD551-4A71-0AA9-8C5C-87C220E07A2F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1196" name="Text 55">
              <a:extLst>
                <a:ext uri="{FF2B5EF4-FFF2-40B4-BE49-F238E27FC236}">
                  <a16:creationId xmlns:a16="http://schemas.microsoft.com/office/drawing/2014/main" id="{3076339C-B66B-5E9A-D70E-E1DA6C2EFA06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  <p:pic>
          <p:nvPicPr>
            <p:cNvPr id="1206" name="Gráfico 1205">
              <a:extLst>
                <a:ext uri="{FF2B5EF4-FFF2-40B4-BE49-F238E27FC236}">
                  <a16:creationId xmlns:a16="http://schemas.microsoft.com/office/drawing/2014/main" id="{33A9AD13-3229-32CD-9D88-5658E0258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231667" y="3132090"/>
              <a:ext cx="302954" cy="302954"/>
            </a:xfrm>
            <a:prstGeom prst="rect">
              <a:avLst/>
            </a:prstGeom>
          </p:spPr>
        </p:pic>
        <p:sp>
          <p:nvSpPr>
            <p:cNvPr id="1207" name="Text 65">
              <a:extLst>
                <a:ext uri="{FF2B5EF4-FFF2-40B4-BE49-F238E27FC236}">
                  <a16:creationId xmlns:a16="http://schemas.microsoft.com/office/drawing/2014/main" id="{040CAA71-31BB-0A01-9B24-1427363E32D2}"/>
                </a:ext>
              </a:extLst>
            </p:cNvPr>
            <p:cNvSpPr/>
            <p:nvPr/>
          </p:nvSpPr>
          <p:spPr>
            <a:xfrm>
              <a:off x="7554205" y="3088997"/>
              <a:ext cx="1312941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OpenTripPlanner</a:t>
              </a:r>
              <a:endParaRPr lang="en-US" sz="1400" dirty="0"/>
            </a:p>
          </p:txBody>
        </p:sp>
        <p:sp>
          <p:nvSpPr>
            <p:cNvPr id="1208" name="Text 55">
              <a:extLst>
                <a:ext uri="{FF2B5EF4-FFF2-40B4-BE49-F238E27FC236}">
                  <a16:creationId xmlns:a16="http://schemas.microsoft.com/office/drawing/2014/main" id="{45B53771-B309-B6E8-70DF-4D68B1E3E29B}"/>
                </a:ext>
              </a:extLst>
            </p:cNvPr>
            <p:cNvSpPr/>
            <p:nvPr/>
          </p:nvSpPr>
          <p:spPr>
            <a:xfrm>
              <a:off x="7523668" y="3281821"/>
              <a:ext cx="130918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Multimodal Trip Planning</a:t>
              </a:r>
              <a:endParaRPr lang="en-US" sz="900" dirty="0"/>
            </a:p>
          </p:txBody>
        </p:sp>
        <p:pic>
          <p:nvPicPr>
            <p:cNvPr id="1209" name="Imagen 1208">
              <a:extLst>
                <a:ext uri="{FF2B5EF4-FFF2-40B4-BE49-F238E27FC236}">
                  <a16:creationId xmlns:a16="http://schemas.microsoft.com/office/drawing/2014/main" id="{387D0225-EB92-2638-7DBD-A374C21B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2930" y="3164320"/>
              <a:ext cx="280324" cy="280324"/>
            </a:xfrm>
            <a:prstGeom prst="rect">
              <a:avLst/>
            </a:prstGeom>
          </p:spPr>
        </p:pic>
      </p:grpSp>
      <p:cxnSp>
        <p:nvCxnSpPr>
          <p:cNvPr id="1211" name="Conector: angular 1210">
            <a:extLst>
              <a:ext uri="{FF2B5EF4-FFF2-40B4-BE49-F238E27FC236}">
                <a16:creationId xmlns:a16="http://schemas.microsoft.com/office/drawing/2014/main" id="{227EF797-D45F-A827-82BF-F9822DB5768A}"/>
              </a:ext>
            </a:extLst>
          </p:cNvPr>
          <p:cNvCxnSpPr>
            <a:cxnSpLocks/>
            <a:stCxn id="54" idx="3"/>
            <a:endCxn id="1175" idx="1"/>
          </p:cNvCxnSpPr>
          <p:nvPr/>
        </p:nvCxnSpPr>
        <p:spPr>
          <a:xfrm flipV="1">
            <a:off x="4921250" y="1452375"/>
            <a:ext cx="791464" cy="9904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ector: angular 1213">
            <a:extLst>
              <a:ext uri="{FF2B5EF4-FFF2-40B4-BE49-F238E27FC236}">
                <a16:creationId xmlns:a16="http://schemas.microsoft.com/office/drawing/2014/main" id="{B84E7531-B459-4437-489B-ABB14FEBA1B5}"/>
              </a:ext>
            </a:extLst>
          </p:cNvPr>
          <p:cNvCxnSpPr>
            <a:cxnSpLocks/>
            <a:stCxn id="54" idx="3"/>
            <a:endCxn id="1160" idx="1"/>
          </p:cNvCxnSpPr>
          <p:nvPr/>
        </p:nvCxnSpPr>
        <p:spPr>
          <a:xfrm flipV="1">
            <a:off x="4921250" y="1941662"/>
            <a:ext cx="787408" cy="5011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ector: angular 1216">
            <a:extLst>
              <a:ext uri="{FF2B5EF4-FFF2-40B4-BE49-F238E27FC236}">
                <a16:creationId xmlns:a16="http://schemas.microsoft.com/office/drawing/2014/main" id="{B69D51BA-7627-4F62-77D4-1173FBBD8B0A}"/>
              </a:ext>
            </a:extLst>
          </p:cNvPr>
          <p:cNvCxnSpPr>
            <a:cxnSpLocks/>
            <a:stCxn id="54" idx="3"/>
            <a:endCxn id="1165" idx="1"/>
          </p:cNvCxnSpPr>
          <p:nvPr/>
        </p:nvCxnSpPr>
        <p:spPr>
          <a:xfrm>
            <a:off x="4921250" y="2442844"/>
            <a:ext cx="791464" cy="6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ector: angular 1222">
            <a:extLst>
              <a:ext uri="{FF2B5EF4-FFF2-40B4-BE49-F238E27FC236}">
                <a16:creationId xmlns:a16="http://schemas.microsoft.com/office/drawing/2014/main" id="{FB45A8AB-BC86-2202-1ADE-31E0834711DE}"/>
              </a:ext>
            </a:extLst>
          </p:cNvPr>
          <p:cNvCxnSpPr>
            <a:cxnSpLocks/>
            <a:stCxn id="1202" idx="3"/>
            <a:endCxn id="76" idx="1"/>
          </p:cNvCxnSpPr>
          <p:nvPr/>
        </p:nvCxnSpPr>
        <p:spPr>
          <a:xfrm>
            <a:off x="4921250" y="3184049"/>
            <a:ext cx="787408" cy="18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4" name="Grupo 1283">
            <a:extLst>
              <a:ext uri="{FF2B5EF4-FFF2-40B4-BE49-F238E27FC236}">
                <a16:creationId xmlns:a16="http://schemas.microsoft.com/office/drawing/2014/main" id="{C1450A2D-7F90-F8F0-2733-243BF9D66D24}"/>
              </a:ext>
            </a:extLst>
          </p:cNvPr>
          <p:cNvGrpSpPr/>
          <p:nvPr/>
        </p:nvGrpSpPr>
        <p:grpSpPr>
          <a:xfrm>
            <a:off x="6460694" y="785209"/>
            <a:ext cx="2194561" cy="1971505"/>
            <a:chOff x="6675121" y="878829"/>
            <a:chExt cx="2194560" cy="1971505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C83282AA-529A-8CE6-A65E-6971A81768DF}"/>
                </a:ext>
              </a:extLst>
            </p:cNvPr>
            <p:cNvGrpSpPr/>
            <p:nvPr/>
          </p:nvGrpSpPr>
          <p:grpSpPr>
            <a:xfrm>
              <a:off x="6675121" y="878829"/>
              <a:ext cx="2194560" cy="1971505"/>
              <a:chOff x="6303331" y="2478589"/>
              <a:chExt cx="2194560" cy="1971505"/>
            </a:xfrm>
          </p:grpSpPr>
          <p:sp>
            <p:nvSpPr>
              <p:cNvPr id="1136" name="Shape 62">
                <a:extLst>
                  <a:ext uri="{FF2B5EF4-FFF2-40B4-BE49-F238E27FC236}">
                    <a16:creationId xmlns:a16="http://schemas.microsoft.com/office/drawing/2014/main" id="{24493472-5FF3-B76C-98B5-765C8D58151C}"/>
                  </a:ext>
                </a:extLst>
              </p:cNvPr>
              <p:cNvSpPr/>
              <p:nvPr/>
            </p:nvSpPr>
            <p:spPr>
              <a:xfrm>
                <a:off x="6303331" y="2478589"/>
                <a:ext cx="2194560" cy="1971505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562C7A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140" name="Text 65">
                <a:extLst>
                  <a:ext uri="{FF2B5EF4-FFF2-40B4-BE49-F238E27FC236}">
                    <a16:creationId xmlns:a16="http://schemas.microsoft.com/office/drawing/2014/main" id="{FDC1BA62-292D-0DB2-BA01-E01E814B3CF1}"/>
                  </a:ext>
                </a:extLst>
              </p:cNvPr>
              <p:cNvSpPr/>
              <p:nvPr/>
            </p:nvSpPr>
            <p:spPr>
              <a:xfrm>
                <a:off x="7212384" y="3324985"/>
                <a:ext cx="1109007" cy="24017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</a:t>
                </a: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-backend</a:t>
                </a:r>
                <a:endParaRPr lang="en-US" sz="1400" dirty="0"/>
              </a:p>
            </p:txBody>
          </p:sp>
          <p:sp>
            <p:nvSpPr>
              <p:cNvPr id="1141" name="Text 66">
                <a:extLst>
                  <a:ext uri="{FF2B5EF4-FFF2-40B4-BE49-F238E27FC236}">
                    <a16:creationId xmlns:a16="http://schemas.microsoft.com/office/drawing/2014/main" id="{D32D6FE6-1337-2746-5D49-F56B87C92EE8}"/>
                  </a:ext>
                </a:extLst>
              </p:cNvPr>
              <p:cNvSpPr/>
              <p:nvPr/>
            </p:nvSpPr>
            <p:spPr>
              <a:xfrm>
                <a:off x="7596297" y="3492007"/>
                <a:ext cx="36861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:latest</a:t>
                </a:r>
                <a:endParaRPr lang="en-US" sz="900" dirty="0"/>
              </a:p>
            </p:txBody>
          </p:sp>
        </p:grpSp>
        <p:pic>
          <p:nvPicPr>
            <p:cNvPr id="1229" name="Gráfico 1228">
              <a:extLst>
                <a:ext uri="{FF2B5EF4-FFF2-40B4-BE49-F238E27FC236}">
                  <a16:creationId xmlns:a16="http://schemas.microsoft.com/office/drawing/2014/main" id="{400CB61B-CEA0-3FE7-BF34-1D5C2A9567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797498" y="955629"/>
              <a:ext cx="966129" cy="325724"/>
            </a:xfrm>
            <a:prstGeom prst="rect">
              <a:avLst/>
            </a:prstGeom>
          </p:spPr>
        </p:pic>
        <p:pic>
          <p:nvPicPr>
            <p:cNvPr id="1230" name="Gráfico 1229" descr="Dirigir dos pines por un camino con relleno sólido">
              <a:extLst>
                <a:ext uri="{FF2B5EF4-FFF2-40B4-BE49-F238E27FC236}">
                  <a16:creationId xmlns:a16="http://schemas.microsoft.com/office/drawing/2014/main" id="{D52B6B6D-F517-6DBB-5133-CF7BA15F1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445147" y="934544"/>
              <a:ext cx="346808" cy="346808"/>
            </a:xfrm>
            <a:prstGeom prst="rect">
              <a:avLst/>
            </a:prstGeom>
          </p:spPr>
        </p:pic>
        <p:pic>
          <p:nvPicPr>
            <p:cNvPr id="1231" name="Imagen 1230">
              <a:extLst>
                <a:ext uri="{FF2B5EF4-FFF2-40B4-BE49-F238E27FC236}">
                  <a16:creationId xmlns:a16="http://schemas.microsoft.com/office/drawing/2014/main" id="{595BA362-11A3-0A16-FC00-CA5559A15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4788" y="2271570"/>
              <a:ext cx="368300" cy="368300"/>
            </a:xfrm>
            <a:prstGeom prst="rect">
              <a:avLst/>
            </a:prstGeom>
          </p:spPr>
        </p:pic>
      </p:grpSp>
      <p:grpSp>
        <p:nvGrpSpPr>
          <p:cNvPr id="1279" name="Grupo 1278">
            <a:extLst>
              <a:ext uri="{FF2B5EF4-FFF2-40B4-BE49-F238E27FC236}">
                <a16:creationId xmlns:a16="http://schemas.microsoft.com/office/drawing/2014/main" id="{E88BEE42-6E66-A6E4-2C6A-86814B96CC43}"/>
              </a:ext>
            </a:extLst>
          </p:cNvPr>
          <p:cNvGrpSpPr/>
          <p:nvPr/>
        </p:nvGrpSpPr>
        <p:grpSpPr>
          <a:xfrm>
            <a:off x="6358469" y="4935858"/>
            <a:ext cx="1319103" cy="426102"/>
            <a:chOff x="5684416" y="4598645"/>
            <a:chExt cx="1837799" cy="593653"/>
          </a:xfrm>
        </p:grpSpPr>
        <p:sp>
          <p:nvSpPr>
            <p:cNvPr id="1276" name="Shape 62">
              <a:extLst>
                <a:ext uri="{FF2B5EF4-FFF2-40B4-BE49-F238E27FC236}">
                  <a16:creationId xmlns:a16="http://schemas.microsoft.com/office/drawing/2014/main" id="{F42BDE7C-0C62-A49E-AA65-5DD7D2FBFB29}"/>
                </a:ext>
              </a:extLst>
            </p:cNvPr>
            <p:cNvSpPr/>
            <p:nvPr/>
          </p:nvSpPr>
          <p:spPr>
            <a:xfrm>
              <a:off x="5684416" y="4598645"/>
              <a:ext cx="18377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7" name="Imagen 1246">
              <a:extLst>
                <a:ext uri="{FF2B5EF4-FFF2-40B4-BE49-F238E27FC236}">
                  <a16:creationId xmlns:a16="http://schemas.microsoft.com/office/drawing/2014/main" id="{EE34D88A-3AB8-3543-055C-543C9AB1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5839336" y="4727859"/>
              <a:ext cx="1517651" cy="319986"/>
            </a:xfrm>
            <a:prstGeom prst="rect">
              <a:avLst/>
            </a:prstGeom>
          </p:spPr>
        </p:pic>
      </p:grpSp>
      <p:grpSp>
        <p:nvGrpSpPr>
          <p:cNvPr id="1278" name="Grupo 1277">
            <a:extLst>
              <a:ext uri="{FF2B5EF4-FFF2-40B4-BE49-F238E27FC236}">
                <a16:creationId xmlns:a16="http://schemas.microsoft.com/office/drawing/2014/main" id="{51EEE49A-F9C7-0B47-8476-76BAEE3AD13F}"/>
              </a:ext>
            </a:extLst>
          </p:cNvPr>
          <p:cNvGrpSpPr/>
          <p:nvPr/>
        </p:nvGrpSpPr>
        <p:grpSpPr>
          <a:xfrm>
            <a:off x="6264565" y="5403322"/>
            <a:ext cx="1545002" cy="666314"/>
            <a:chOff x="7628617" y="5065512"/>
            <a:chExt cx="1892760" cy="816291"/>
          </a:xfrm>
        </p:grpSpPr>
        <p:sp>
          <p:nvSpPr>
            <p:cNvPr id="1277" name="Shape 62">
              <a:extLst>
                <a:ext uri="{FF2B5EF4-FFF2-40B4-BE49-F238E27FC236}">
                  <a16:creationId xmlns:a16="http://schemas.microsoft.com/office/drawing/2014/main" id="{0B19E0BC-701B-4835-05DF-937A6F10FF37}"/>
                </a:ext>
              </a:extLst>
            </p:cNvPr>
            <p:cNvSpPr/>
            <p:nvPr/>
          </p:nvSpPr>
          <p:spPr>
            <a:xfrm>
              <a:off x="7628617" y="5088860"/>
              <a:ext cx="1837799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9" name="Imagen 1248">
              <a:extLst>
                <a:ext uri="{FF2B5EF4-FFF2-40B4-BE49-F238E27FC236}">
                  <a16:creationId xmlns:a16="http://schemas.microsoft.com/office/drawing/2014/main" id="{A423E184-2FF9-DE59-9530-E85D5B6D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251" name="Imagen 1250">
              <a:extLst>
                <a:ext uri="{FF2B5EF4-FFF2-40B4-BE49-F238E27FC236}">
                  <a16:creationId xmlns:a16="http://schemas.microsoft.com/office/drawing/2014/main" id="{710BB131-5EE8-8ADE-8517-EBAED0E82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281" name="Grupo 1280">
            <a:extLst>
              <a:ext uri="{FF2B5EF4-FFF2-40B4-BE49-F238E27FC236}">
                <a16:creationId xmlns:a16="http://schemas.microsoft.com/office/drawing/2014/main" id="{3FB87F6C-FD08-8E9E-C444-5D4CFCD55A75}"/>
              </a:ext>
            </a:extLst>
          </p:cNvPr>
          <p:cNvGrpSpPr/>
          <p:nvPr/>
        </p:nvGrpSpPr>
        <p:grpSpPr>
          <a:xfrm>
            <a:off x="5830232" y="6134559"/>
            <a:ext cx="2343335" cy="478331"/>
            <a:chOff x="6153150" y="5939599"/>
            <a:chExt cx="2908299" cy="593653"/>
          </a:xfrm>
        </p:grpSpPr>
        <p:sp>
          <p:nvSpPr>
            <p:cNvPr id="1280" name="Shape 62">
              <a:extLst>
                <a:ext uri="{FF2B5EF4-FFF2-40B4-BE49-F238E27FC236}">
                  <a16:creationId xmlns:a16="http://schemas.microsoft.com/office/drawing/2014/main" id="{11E37F5D-E339-607D-019C-66B567414E19}"/>
                </a:ext>
              </a:extLst>
            </p:cNvPr>
            <p:cNvSpPr/>
            <p:nvPr/>
          </p:nvSpPr>
          <p:spPr>
            <a:xfrm>
              <a:off x="6153150" y="5939599"/>
              <a:ext cx="29082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D000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55" name="Imagen 1254">
              <a:extLst>
                <a:ext uri="{FF2B5EF4-FFF2-40B4-BE49-F238E27FC236}">
                  <a16:creationId xmlns:a16="http://schemas.microsoft.com/office/drawing/2014/main" id="{BFC9576F-EF49-4F30-9C53-4928D14D8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3965" y="5991351"/>
              <a:ext cx="727535" cy="490147"/>
            </a:xfrm>
            <a:prstGeom prst="rect">
              <a:avLst/>
            </a:prstGeom>
          </p:spPr>
        </p:pic>
        <p:pic>
          <p:nvPicPr>
            <p:cNvPr id="1253" name="Imagen 1252">
              <a:extLst>
                <a:ext uri="{FF2B5EF4-FFF2-40B4-BE49-F238E27FC236}">
                  <a16:creationId xmlns:a16="http://schemas.microsoft.com/office/drawing/2014/main" id="{ADF99859-51AD-6040-DCDC-CBF03142C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93092" y="5993310"/>
              <a:ext cx="585826" cy="488188"/>
            </a:xfrm>
            <a:prstGeom prst="rect">
              <a:avLst/>
            </a:prstGeom>
          </p:spPr>
        </p:pic>
        <p:pic>
          <p:nvPicPr>
            <p:cNvPr id="1257" name="Imagen 1256">
              <a:extLst>
                <a:ext uri="{FF2B5EF4-FFF2-40B4-BE49-F238E27FC236}">
                  <a16:creationId xmlns:a16="http://schemas.microsoft.com/office/drawing/2014/main" id="{3F394E8C-FB83-9418-7ABD-C471B0B99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3348" y="6032029"/>
              <a:ext cx="1400127" cy="406038"/>
            </a:xfrm>
            <a:prstGeom prst="rect">
              <a:avLst/>
            </a:prstGeom>
          </p:spPr>
        </p:pic>
      </p:grpSp>
      <p:grpSp>
        <p:nvGrpSpPr>
          <p:cNvPr id="1174" name="Grupo 1173">
            <a:extLst>
              <a:ext uri="{FF2B5EF4-FFF2-40B4-BE49-F238E27FC236}">
                <a16:creationId xmlns:a16="http://schemas.microsoft.com/office/drawing/2014/main" id="{6528555F-7C88-A56F-90A1-0B38BC86A8C7}"/>
              </a:ext>
            </a:extLst>
          </p:cNvPr>
          <p:cNvGrpSpPr/>
          <p:nvPr/>
        </p:nvGrpSpPr>
        <p:grpSpPr>
          <a:xfrm>
            <a:off x="5712714" y="1257300"/>
            <a:ext cx="1277377" cy="390149"/>
            <a:chOff x="7031736" y="2764531"/>
            <a:chExt cx="1277377" cy="390149"/>
          </a:xfrm>
        </p:grpSpPr>
        <p:sp>
          <p:nvSpPr>
            <p:cNvPr id="1175" name="Shape 53">
              <a:extLst>
                <a:ext uri="{FF2B5EF4-FFF2-40B4-BE49-F238E27FC236}">
                  <a16:creationId xmlns:a16="http://schemas.microsoft.com/office/drawing/2014/main" id="{D67879D9-0711-F444-C7FF-BCA8E70CB1E1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76" name="Image 9" descr="Coche con relleno sólido">
              <a:extLst>
                <a:ext uri="{FF2B5EF4-FFF2-40B4-BE49-F238E27FC236}">
                  <a16:creationId xmlns:a16="http://schemas.microsoft.com/office/drawing/2014/main" id="{C1E35E1F-0ADB-0131-1347-4394CDCB6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77" name="Text 54">
              <a:extLst>
                <a:ext uri="{FF2B5EF4-FFF2-40B4-BE49-F238E27FC236}">
                  <a16:creationId xmlns:a16="http://schemas.microsoft.com/office/drawing/2014/main" id="{2E1BD160-3E36-2EE9-5D00-FA5DCC5CB7D7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1178" name="Text 55">
              <a:extLst>
                <a:ext uri="{FF2B5EF4-FFF2-40B4-BE49-F238E27FC236}">
                  <a16:creationId xmlns:a16="http://schemas.microsoft.com/office/drawing/2014/main" id="{DCE2888E-52A2-73C2-E779-775B5CE06E7C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1159" name="Grupo 1158">
            <a:extLst>
              <a:ext uri="{FF2B5EF4-FFF2-40B4-BE49-F238E27FC236}">
                <a16:creationId xmlns:a16="http://schemas.microsoft.com/office/drawing/2014/main" id="{17B1A119-A064-68A6-3FF4-30F737A787B3}"/>
              </a:ext>
            </a:extLst>
          </p:cNvPr>
          <p:cNvGrpSpPr/>
          <p:nvPr/>
        </p:nvGrpSpPr>
        <p:grpSpPr>
          <a:xfrm>
            <a:off x="5708658" y="1736726"/>
            <a:ext cx="1277377" cy="409872"/>
            <a:chOff x="7027680" y="2689310"/>
            <a:chExt cx="1277377" cy="409872"/>
          </a:xfrm>
        </p:grpSpPr>
        <p:sp>
          <p:nvSpPr>
            <p:cNvPr id="1160" name="Shape 53">
              <a:extLst>
                <a:ext uri="{FF2B5EF4-FFF2-40B4-BE49-F238E27FC236}">
                  <a16:creationId xmlns:a16="http://schemas.microsoft.com/office/drawing/2014/main" id="{0A787BC7-3D22-00CF-5514-392FBE379750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1" name="Image 9" descr="Triciclo con relleno sólido">
              <a:extLst>
                <a:ext uri="{FF2B5EF4-FFF2-40B4-BE49-F238E27FC236}">
                  <a16:creationId xmlns:a16="http://schemas.microsoft.com/office/drawing/2014/main" id="{AA9ED68F-0EE7-83AB-0A1F-8D6FC669E4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1162" name="Text 54">
              <a:extLst>
                <a:ext uri="{FF2B5EF4-FFF2-40B4-BE49-F238E27FC236}">
                  <a16:creationId xmlns:a16="http://schemas.microsoft.com/office/drawing/2014/main" id="{8D47BB63-E8FA-1D52-2630-FBC7E8F7A679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1163" name="Text 55">
              <a:extLst>
                <a:ext uri="{FF2B5EF4-FFF2-40B4-BE49-F238E27FC236}">
                  <a16:creationId xmlns:a16="http://schemas.microsoft.com/office/drawing/2014/main" id="{D9874ADE-72EC-BCE0-AF98-9DDBF5788C7F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1164" name="Grupo 1163">
            <a:extLst>
              <a:ext uri="{FF2B5EF4-FFF2-40B4-BE49-F238E27FC236}">
                <a16:creationId xmlns:a16="http://schemas.microsoft.com/office/drawing/2014/main" id="{BE239616-CB8F-644D-4521-70D8858A1943}"/>
              </a:ext>
            </a:extLst>
          </p:cNvPr>
          <p:cNvGrpSpPr/>
          <p:nvPr/>
        </p:nvGrpSpPr>
        <p:grpSpPr>
          <a:xfrm>
            <a:off x="5712714" y="2241807"/>
            <a:ext cx="1277377" cy="403354"/>
            <a:chOff x="7031736" y="2743054"/>
            <a:chExt cx="1277377" cy="403354"/>
          </a:xfrm>
        </p:grpSpPr>
        <p:sp>
          <p:nvSpPr>
            <p:cNvPr id="1165" name="Shape 53">
              <a:extLst>
                <a:ext uri="{FF2B5EF4-FFF2-40B4-BE49-F238E27FC236}">
                  <a16:creationId xmlns:a16="http://schemas.microsoft.com/office/drawing/2014/main" id="{1DA3E642-1D7D-53EF-3388-D9554678B3B3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6" name="Image 9" descr="Andar con relleno sólido">
              <a:extLst>
                <a:ext uri="{FF2B5EF4-FFF2-40B4-BE49-F238E27FC236}">
                  <a16:creationId xmlns:a16="http://schemas.microsoft.com/office/drawing/2014/main" id="{E5C6E6FB-77B5-935D-F005-9336BBD915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67" name="Text 54">
              <a:extLst>
                <a:ext uri="{FF2B5EF4-FFF2-40B4-BE49-F238E27FC236}">
                  <a16:creationId xmlns:a16="http://schemas.microsoft.com/office/drawing/2014/main" id="{75B4D57B-FD10-C1BF-AEA7-7AE915AD7B8A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1168" name="Text 55">
              <a:extLst>
                <a:ext uri="{FF2B5EF4-FFF2-40B4-BE49-F238E27FC236}">
                  <a16:creationId xmlns:a16="http://schemas.microsoft.com/office/drawing/2014/main" id="{D8783AB6-6556-076B-808D-502B6A8A633F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16" name="Grupo 1315">
            <a:extLst>
              <a:ext uri="{FF2B5EF4-FFF2-40B4-BE49-F238E27FC236}">
                <a16:creationId xmlns:a16="http://schemas.microsoft.com/office/drawing/2014/main" id="{6EAE1514-9C9A-07E1-985A-0989B00C52D4}"/>
              </a:ext>
            </a:extLst>
          </p:cNvPr>
          <p:cNvGrpSpPr/>
          <p:nvPr/>
        </p:nvGrpSpPr>
        <p:grpSpPr>
          <a:xfrm>
            <a:off x="9247322" y="681053"/>
            <a:ext cx="728798" cy="658257"/>
            <a:chOff x="9639166" y="999274"/>
            <a:chExt cx="728798" cy="658257"/>
          </a:xfrm>
        </p:grpSpPr>
        <p:sp>
          <p:nvSpPr>
            <p:cNvPr id="1315" name="Shape 53">
              <a:extLst>
                <a:ext uri="{FF2B5EF4-FFF2-40B4-BE49-F238E27FC236}">
                  <a16:creationId xmlns:a16="http://schemas.microsoft.com/office/drawing/2014/main" id="{65246BF2-15DE-044C-476C-D32DEDF1006F}"/>
                </a:ext>
              </a:extLst>
            </p:cNvPr>
            <p:cNvSpPr/>
            <p:nvPr/>
          </p:nvSpPr>
          <p:spPr>
            <a:xfrm>
              <a:off x="9639166" y="999274"/>
              <a:ext cx="728798" cy="65825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88BFCC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10" name="Picture 28" descr="Geofabrik GmbH | CyberForum e.V.">
              <a:extLst>
                <a:ext uri="{FF2B5EF4-FFF2-40B4-BE49-F238E27FC236}">
                  <a16:creationId xmlns:a16="http://schemas.microsoft.com/office/drawing/2014/main" id="{BEE29EDD-589A-ACE5-CF01-E3D43AC39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427" y="1056651"/>
              <a:ext cx="612353" cy="51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25" name="Conector: angular 1324">
            <a:extLst>
              <a:ext uri="{FF2B5EF4-FFF2-40B4-BE49-F238E27FC236}">
                <a16:creationId xmlns:a16="http://schemas.microsoft.com/office/drawing/2014/main" id="{3C005ADB-FCB7-EB74-5F9E-7A72DBCF22D2}"/>
              </a:ext>
            </a:extLst>
          </p:cNvPr>
          <p:cNvCxnSpPr>
            <a:cxnSpLocks/>
            <a:stCxn id="1315" idx="2"/>
            <a:endCxn id="1312" idx="1"/>
          </p:cNvCxnSpPr>
          <p:nvPr/>
        </p:nvCxnSpPr>
        <p:spPr>
          <a:xfrm rot="16200000" flipH="1">
            <a:off x="9964825" y="986205"/>
            <a:ext cx="132623" cy="8388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2" name="Grupo 1341">
            <a:extLst>
              <a:ext uri="{FF2B5EF4-FFF2-40B4-BE49-F238E27FC236}">
                <a16:creationId xmlns:a16="http://schemas.microsoft.com/office/drawing/2014/main" id="{0848BB2F-5B98-425C-148A-3753E4263EA4}"/>
              </a:ext>
            </a:extLst>
          </p:cNvPr>
          <p:cNvGrpSpPr/>
          <p:nvPr/>
        </p:nvGrpSpPr>
        <p:grpSpPr>
          <a:xfrm>
            <a:off x="10428962" y="2359219"/>
            <a:ext cx="1479392" cy="559094"/>
            <a:chOff x="9422363" y="2271266"/>
            <a:chExt cx="1388364" cy="504710"/>
          </a:xfrm>
        </p:grpSpPr>
        <p:grpSp>
          <p:nvGrpSpPr>
            <p:cNvPr id="1311" name="Grupo 1310">
              <a:extLst>
                <a:ext uri="{FF2B5EF4-FFF2-40B4-BE49-F238E27FC236}">
                  <a16:creationId xmlns:a16="http://schemas.microsoft.com/office/drawing/2014/main" id="{5EE37449-C923-01B5-5699-AAE4F7844685}"/>
                </a:ext>
              </a:extLst>
            </p:cNvPr>
            <p:cNvGrpSpPr/>
            <p:nvPr/>
          </p:nvGrpSpPr>
          <p:grpSpPr>
            <a:xfrm>
              <a:off x="9422363" y="2271266"/>
              <a:ext cx="1388364" cy="504710"/>
              <a:chOff x="9422363" y="1879902"/>
              <a:chExt cx="1388364" cy="504710"/>
            </a:xfrm>
          </p:grpSpPr>
          <p:sp>
            <p:nvSpPr>
              <p:cNvPr id="1292" name="Shape 8">
                <a:extLst>
                  <a:ext uri="{FF2B5EF4-FFF2-40B4-BE49-F238E27FC236}">
                    <a16:creationId xmlns:a16="http://schemas.microsoft.com/office/drawing/2014/main" id="{32426456-C3A6-3F58-AF01-FB4D76BE4985}"/>
                  </a:ext>
                </a:extLst>
              </p:cNvPr>
              <p:cNvSpPr/>
              <p:nvPr/>
            </p:nvSpPr>
            <p:spPr>
              <a:xfrm>
                <a:off x="9422363" y="1890836"/>
                <a:ext cx="1388364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3" name="Text 9">
                <a:extLst>
                  <a:ext uri="{FF2B5EF4-FFF2-40B4-BE49-F238E27FC236}">
                    <a16:creationId xmlns:a16="http://schemas.microsoft.com/office/drawing/2014/main" id="{1C28AFBF-1718-6F30-C52A-8A89E4B68722}"/>
                  </a:ext>
                </a:extLst>
              </p:cNvPr>
              <p:cNvSpPr/>
              <p:nvPr/>
            </p:nvSpPr>
            <p:spPr>
              <a:xfrm>
                <a:off x="9661906" y="1879902"/>
                <a:ext cx="1114044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85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Grafos</a:t>
                </a:r>
                <a:r>
                  <a:rPr lang="en-US" sz="85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OSRM</a:t>
                </a:r>
                <a:endParaRPr lang="en-US" sz="85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car / bike / foot</a:t>
                </a:r>
                <a:endParaRPr lang="en-US" sz="850" dirty="0"/>
              </a:p>
            </p:txBody>
          </p:sp>
        </p:grpSp>
        <p:pic>
          <p:nvPicPr>
            <p:cNvPr id="1333" name="Gráfico 1332" descr="Carpeta abierta con relleno sólido">
              <a:extLst>
                <a:ext uri="{FF2B5EF4-FFF2-40B4-BE49-F238E27FC236}">
                  <a16:creationId xmlns:a16="http://schemas.microsoft.com/office/drawing/2014/main" id="{9365AC01-7AFB-ABD8-3CE9-AD7012DD4C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481165" y="2349500"/>
              <a:ext cx="354433" cy="354433"/>
            </a:xfrm>
            <a:prstGeom prst="rect">
              <a:avLst/>
            </a:prstGeom>
          </p:spPr>
        </p:pic>
      </p:grpSp>
      <p:grpSp>
        <p:nvGrpSpPr>
          <p:cNvPr id="1363" name="Grupo 1362">
            <a:extLst>
              <a:ext uri="{FF2B5EF4-FFF2-40B4-BE49-F238E27FC236}">
                <a16:creationId xmlns:a16="http://schemas.microsoft.com/office/drawing/2014/main" id="{87F15972-D097-2788-1907-B0BC9E86A2F3}"/>
              </a:ext>
            </a:extLst>
          </p:cNvPr>
          <p:cNvGrpSpPr/>
          <p:nvPr/>
        </p:nvGrpSpPr>
        <p:grpSpPr>
          <a:xfrm>
            <a:off x="9162804" y="2936730"/>
            <a:ext cx="1051560" cy="493776"/>
            <a:chOff x="9075903" y="2945375"/>
            <a:chExt cx="1051560" cy="493776"/>
          </a:xfrm>
        </p:grpSpPr>
        <p:sp>
          <p:nvSpPr>
            <p:cNvPr id="1300" name="Shape 17">
              <a:extLst>
                <a:ext uri="{FF2B5EF4-FFF2-40B4-BE49-F238E27FC236}">
                  <a16:creationId xmlns:a16="http://schemas.microsoft.com/office/drawing/2014/main" id="{86799E6B-CD87-70A1-5289-C708E7429416}"/>
                </a:ext>
              </a:extLst>
            </p:cNvPr>
            <p:cNvSpPr/>
            <p:nvPr/>
          </p:nvSpPr>
          <p:spPr>
            <a:xfrm>
              <a:off x="9075903" y="2945375"/>
              <a:ext cx="1051560" cy="493776"/>
            </a:xfrm>
            <a:prstGeom prst="roundRect">
              <a:avLst>
                <a:gd name="adj" fmla="val 9259"/>
              </a:avLst>
            </a:prstGeom>
            <a:solidFill>
              <a:srgbClr val="FFFDE7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01" name="Text 18">
              <a:extLst>
                <a:ext uri="{FF2B5EF4-FFF2-40B4-BE49-F238E27FC236}">
                  <a16:creationId xmlns:a16="http://schemas.microsoft.com/office/drawing/2014/main" id="{B2E964F0-BC31-8CFD-B893-90DF0394F93B}"/>
                </a:ext>
              </a:extLst>
            </p:cNvPr>
            <p:cNvSpPr/>
            <p:nvPr/>
          </p:nvSpPr>
          <p:spPr>
            <a:xfrm>
              <a:off x="9350223" y="2945375"/>
              <a:ext cx="777240" cy="4937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graph.obj</a:t>
              </a:r>
              <a:endParaRPr lang="en-US" sz="850" dirty="0"/>
            </a:p>
          </p:txBody>
        </p:sp>
        <p:pic>
          <p:nvPicPr>
            <p:cNvPr id="1339" name="Gráfico 1338">
              <a:extLst>
                <a:ext uri="{FF2B5EF4-FFF2-40B4-BE49-F238E27FC236}">
                  <a16:creationId xmlns:a16="http://schemas.microsoft.com/office/drawing/2014/main" id="{5976BDF6-B000-4060-0AE5-F2A85608A3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125973" y="3031048"/>
              <a:ext cx="322430" cy="322430"/>
            </a:xfrm>
            <a:prstGeom prst="rect">
              <a:avLst/>
            </a:prstGeom>
          </p:spPr>
        </p:pic>
      </p:grpSp>
      <p:grpSp>
        <p:nvGrpSpPr>
          <p:cNvPr id="1430" name="Grupo 1429">
            <a:extLst>
              <a:ext uri="{FF2B5EF4-FFF2-40B4-BE49-F238E27FC236}">
                <a16:creationId xmlns:a16="http://schemas.microsoft.com/office/drawing/2014/main" id="{BF58CF5F-1C77-6214-DD94-5DA7A54EB294}"/>
              </a:ext>
            </a:extLst>
          </p:cNvPr>
          <p:cNvGrpSpPr/>
          <p:nvPr/>
        </p:nvGrpSpPr>
        <p:grpSpPr>
          <a:xfrm>
            <a:off x="7137556" y="3534931"/>
            <a:ext cx="1517494" cy="1052353"/>
            <a:chOff x="6553356" y="3632721"/>
            <a:chExt cx="1517494" cy="1052353"/>
          </a:xfrm>
        </p:grpSpPr>
        <p:sp>
          <p:nvSpPr>
            <p:cNvPr id="1341" name="Shape 62">
              <a:extLst>
                <a:ext uri="{FF2B5EF4-FFF2-40B4-BE49-F238E27FC236}">
                  <a16:creationId xmlns:a16="http://schemas.microsoft.com/office/drawing/2014/main" id="{E9284FD2-3DC5-ABCF-0FDC-AC70076F5355}"/>
                </a:ext>
              </a:extLst>
            </p:cNvPr>
            <p:cNvSpPr/>
            <p:nvPr/>
          </p:nvSpPr>
          <p:spPr>
            <a:xfrm>
              <a:off x="6553356" y="3632721"/>
              <a:ext cx="1517494" cy="10523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9A82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75" name="Picture 26" descr="Líneas de autobús">
              <a:extLst>
                <a:ext uri="{FF2B5EF4-FFF2-40B4-BE49-F238E27FC236}">
                  <a16:creationId xmlns:a16="http://schemas.microsoft.com/office/drawing/2014/main" id="{279AC9E8-ABF4-77BD-F9C5-82329DD0F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510" y="3649962"/>
              <a:ext cx="1399186" cy="98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46" name="Grupo 1345">
            <a:extLst>
              <a:ext uri="{FF2B5EF4-FFF2-40B4-BE49-F238E27FC236}">
                <a16:creationId xmlns:a16="http://schemas.microsoft.com/office/drawing/2014/main" id="{F099E8FA-E5E5-8AC1-B632-B89D6F3BC431}"/>
              </a:ext>
            </a:extLst>
          </p:cNvPr>
          <p:cNvGrpSpPr/>
          <p:nvPr/>
        </p:nvGrpSpPr>
        <p:grpSpPr>
          <a:xfrm>
            <a:off x="10450552" y="825044"/>
            <a:ext cx="1434083" cy="1293777"/>
            <a:chOff x="9433309" y="976093"/>
            <a:chExt cx="1434083" cy="1293777"/>
          </a:xfrm>
        </p:grpSpPr>
        <p:grpSp>
          <p:nvGrpSpPr>
            <p:cNvPr id="1314" name="Grupo 1313">
              <a:extLst>
                <a:ext uri="{FF2B5EF4-FFF2-40B4-BE49-F238E27FC236}">
                  <a16:creationId xmlns:a16="http://schemas.microsoft.com/office/drawing/2014/main" id="{BD529822-C67B-BEE7-C1CF-1D22CCA42EBE}"/>
                </a:ext>
              </a:extLst>
            </p:cNvPr>
            <p:cNvGrpSpPr/>
            <p:nvPr/>
          </p:nvGrpSpPr>
          <p:grpSpPr>
            <a:xfrm>
              <a:off x="9433309" y="976093"/>
              <a:ext cx="1434083" cy="1293777"/>
              <a:chOff x="10100087" y="823765"/>
              <a:chExt cx="1646873" cy="1448422"/>
            </a:xfrm>
          </p:grpSpPr>
          <p:sp>
            <p:nvSpPr>
              <p:cNvPr id="1312" name="Shape 53">
                <a:extLst>
                  <a:ext uri="{FF2B5EF4-FFF2-40B4-BE49-F238E27FC236}">
                    <a16:creationId xmlns:a16="http://schemas.microsoft.com/office/drawing/2014/main" id="{2D111141-8E98-4B84-76FD-678F775E3F91}"/>
                  </a:ext>
                </a:extLst>
              </p:cNvPr>
              <p:cNvSpPr/>
              <p:nvPr/>
            </p:nvSpPr>
            <p:spPr>
              <a:xfrm>
                <a:off x="10100087" y="823765"/>
                <a:ext cx="1646873" cy="1448422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77777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313" name="Text 54">
                <a:extLst>
                  <a:ext uri="{FF2B5EF4-FFF2-40B4-BE49-F238E27FC236}">
                    <a16:creationId xmlns:a16="http://schemas.microsoft.com/office/drawing/2014/main" id="{3CCD9161-F465-4E1A-00B2-7DF4ED79587D}"/>
                  </a:ext>
                </a:extLst>
              </p:cNvPr>
              <p:cNvSpPr/>
              <p:nvPr/>
            </p:nvSpPr>
            <p:spPr>
              <a:xfrm>
                <a:off x="10672076" y="1150577"/>
                <a:ext cx="1068202" cy="1680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Castilla-La Mancha</a:t>
                </a:r>
                <a:endParaRPr lang="en-US" sz="900" dirty="0"/>
              </a:p>
            </p:txBody>
          </p:sp>
          <p:pic>
            <p:nvPicPr>
              <p:cNvPr id="1234" name="Imagen 1233">
                <a:extLst>
                  <a:ext uri="{FF2B5EF4-FFF2-40B4-BE49-F238E27FC236}">
                    <a16:creationId xmlns:a16="http://schemas.microsoft.com/office/drawing/2014/main" id="{CFB202A3-AEB0-74D8-8DA9-218251B10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1251" y="850955"/>
                <a:ext cx="1445837" cy="481945"/>
              </a:xfrm>
              <a:prstGeom prst="rect">
                <a:avLst/>
              </a:prstGeom>
            </p:spPr>
          </p:pic>
          <p:pic>
            <p:nvPicPr>
              <p:cNvPr id="1233" name="Picture 6">
                <a:extLst>
                  <a:ext uri="{FF2B5EF4-FFF2-40B4-BE49-F238E27FC236}">
                    <a16:creationId xmlns:a16="http://schemas.microsoft.com/office/drawing/2014/main" id="{4A61A3EA-9106-CBEF-1034-5BFBB2BBA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10789" y="1331817"/>
                <a:ext cx="746760" cy="705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5C9FBFA2-2D0B-930A-77E5-5201D8C5044A}"/>
                </a:ext>
              </a:extLst>
            </p:cNvPr>
            <p:cNvGrpSpPr/>
            <p:nvPr/>
          </p:nvGrpSpPr>
          <p:grpSpPr>
            <a:xfrm>
              <a:off x="9681913" y="2004092"/>
              <a:ext cx="891099" cy="228600"/>
              <a:chOff x="9679970" y="2049926"/>
              <a:chExt cx="891099" cy="228600"/>
            </a:xfrm>
          </p:grpSpPr>
          <p:sp>
            <p:nvSpPr>
              <p:cNvPr id="1329" name="Text 66">
                <a:extLst>
                  <a:ext uri="{FF2B5EF4-FFF2-40B4-BE49-F238E27FC236}">
                    <a16:creationId xmlns:a16="http://schemas.microsoft.com/office/drawing/2014/main" id="{7214F0F3-5F29-B74D-B524-36AF40A4D624}"/>
                  </a:ext>
                </a:extLst>
              </p:cNvPr>
              <p:cNvSpPr/>
              <p:nvPr/>
            </p:nvSpPr>
            <p:spPr>
              <a:xfrm>
                <a:off x="9793830" y="2049926"/>
                <a:ext cx="77723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 err="1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CLM.osm.pbf</a:t>
                </a:r>
                <a:endParaRPr lang="en-US" sz="900" dirty="0">
                  <a:solidFill>
                    <a:srgbClr val="777777"/>
                  </a:solidFill>
                </a:endParaRPr>
              </a:p>
            </p:txBody>
          </p:sp>
          <p:pic>
            <p:nvPicPr>
              <p:cNvPr id="1343" name="Gráfico 1342">
                <a:extLst>
                  <a:ext uri="{FF2B5EF4-FFF2-40B4-BE49-F238E27FC236}">
                    <a16:creationId xmlns:a16="http://schemas.microsoft.com/office/drawing/2014/main" id="{4873CF3A-638B-E36F-1685-D5A0BDF54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>
                <a:off x="9679970" y="2054422"/>
                <a:ext cx="219608" cy="219608"/>
              </a:xfrm>
              <a:prstGeom prst="rect">
                <a:avLst/>
              </a:prstGeom>
            </p:spPr>
          </p:pic>
        </p:grpSp>
      </p:grpSp>
      <p:cxnSp>
        <p:nvCxnSpPr>
          <p:cNvPr id="1358" name="Conector: angular 1357">
            <a:extLst>
              <a:ext uri="{FF2B5EF4-FFF2-40B4-BE49-F238E27FC236}">
                <a16:creationId xmlns:a16="http://schemas.microsoft.com/office/drawing/2014/main" id="{AD52F993-9B98-44AB-B054-4F29BA89D1CB}"/>
              </a:ext>
            </a:extLst>
          </p:cNvPr>
          <p:cNvCxnSpPr>
            <a:cxnSpLocks/>
            <a:stCxn id="1312" idx="2"/>
            <a:endCxn id="1292" idx="0"/>
          </p:cNvCxnSpPr>
          <p:nvPr/>
        </p:nvCxnSpPr>
        <p:spPr>
          <a:xfrm rot="16200000" flipH="1">
            <a:off x="11041871" y="2244544"/>
            <a:ext cx="252510" cy="1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0" name="Text 55">
            <a:extLst>
              <a:ext uri="{FF2B5EF4-FFF2-40B4-BE49-F238E27FC236}">
                <a16:creationId xmlns:a16="http://schemas.microsoft.com/office/drawing/2014/main" id="{8ED76A47-DE66-3989-5878-A72DF0E005A7}"/>
              </a:ext>
            </a:extLst>
          </p:cNvPr>
          <p:cNvSpPr/>
          <p:nvPr/>
        </p:nvSpPr>
        <p:spPr>
          <a:xfrm>
            <a:off x="11218418" y="2130194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-extract (×3)</a:t>
            </a:r>
            <a:endParaRPr lang="en-US" sz="900" dirty="0"/>
          </a:p>
        </p:txBody>
      </p:sp>
      <p:cxnSp>
        <p:nvCxnSpPr>
          <p:cNvPr id="1369" name="Conector: angular 1368">
            <a:extLst>
              <a:ext uri="{FF2B5EF4-FFF2-40B4-BE49-F238E27FC236}">
                <a16:creationId xmlns:a16="http://schemas.microsoft.com/office/drawing/2014/main" id="{E9F355F9-A2D8-873E-261A-03AAD181F894}"/>
              </a:ext>
            </a:extLst>
          </p:cNvPr>
          <p:cNvCxnSpPr>
            <a:cxnSpLocks/>
            <a:stCxn id="1292" idx="1"/>
            <a:endCxn id="1136" idx="3"/>
          </p:cNvCxnSpPr>
          <p:nvPr/>
        </p:nvCxnSpPr>
        <p:spPr>
          <a:xfrm rot="10800000">
            <a:off x="8655256" y="1770962"/>
            <a:ext cx="1773707" cy="873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9" name="Grupo 1378">
            <a:extLst>
              <a:ext uri="{FF2B5EF4-FFF2-40B4-BE49-F238E27FC236}">
                <a16:creationId xmlns:a16="http://schemas.microsoft.com/office/drawing/2014/main" id="{028E2B42-92A6-5FB2-5BFC-7C807EDF2818}"/>
              </a:ext>
            </a:extLst>
          </p:cNvPr>
          <p:cNvGrpSpPr/>
          <p:nvPr/>
        </p:nvGrpSpPr>
        <p:grpSpPr>
          <a:xfrm>
            <a:off x="9141905" y="4596358"/>
            <a:ext cx="1279851" cy="712690"/>
            <a:chOff x="10522966" y="2644652"/>
            <a:chExt cx="1479392" cy="823805"/>
          </a:xfrm>
        </p:grpSpPr>
        <p:sp>
          <p:nvSpPr>
            <p:cNvPr id="1378" name="Shape 53">
              <a:extLst>
                <a:ext uri="{FF2B5EF4-FFF2-40B4-BE49-F238E27FC236}">
                  <a16:creationId xmlns:a16="http://schemas.microsoft.com/office/drawing/2014/main" id="{1DEB5A57-D30B-55EC-56AC-58D6F9503E6F}"/>
                </a:ext>
              </a:extLst>
            </p:cNvPr>
            <p:cNvSpPr/>
            <p:nvPr/>
          </p:nvSpPr>
          <p:spPr>
            <a:xfrm>
              <a:off x="10522966" y="2644652"/>
              <a:ext cx="1479392" cy="823805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3188C9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62" name="Gráfico 1361">
              <a:extLst>
                <a:ext uri="{FF2B5EF4-FFF2-40B4-BE49-F238E27FC236}">
                  <a16:creationId xmlns:a16="http://schemas.microsoft.com/office/drawing/2014/main" id="{5D4202A0-900F-1900-FEE1-9CD119496D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546433" y="2661082"/>
              <a:ext cx="1431281" cy="356645"/>
            </a:xfrm>
            <a:prstGeom prst="rect">
              <a:avLst/>
            </a:prstGeom>
          </p:spPr>
        </p:pic>
        <p:pic>
          <p:nvPicPr>
            <p:cNvPr id="1201" name="Gráfico 1200">
              <a:extLst>
                <a:ext uri="{FF2B5EF4-FFF2-40B4-BE49-F238E27FC236}">
                  <a16:creationId xmlns:a16="http://schemas.microsoft.com/office/drawing/2014/main" id="{BFAF2C1E-5929-7EEC-5736-81002DFD5F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0710617" y="2990684"/>
              <a:ext cx="1111639" cy="428923"/>
            </a:xfrm>
            <a:prstGeom prst="rect">
              <a:avLst/>
            </a:prstGeom>
          </p:spPr>
        </p:pic>
      </p:grpSp>
      <p:cxnSp>
        <p:nvCxnSpPr>
          <p:cNvPr id="1381" name="Conector: angular 1380">
            <a:extLst>
              <a:ext uri="{FF2B5EF4-FFF2-40B4-BE49-F238E27FC236}">
                <a16:creationId xmlns:a16="http://schemas.microsoft.com/office/drawing/2014/main" id="{022F5CE7-5421-2C99-630F-5F90D72B542E}"/>
              </a:ext>
            </a:extLst>
          </p:cNvPr>
          <p:cNvCxnSpPr>
            <a:cxnSpLocks/>
            <a:stCxn id="1292" idx="2"/>
            <a:endCxn id="1300" idx="3"/>
          </p:cNvCxnSpPr>
          <p:nvPr/>
        </p:nvCxnSpPr>
        <p:spPr>
          <a:xfrm rot="5400000">
            <a:off x="10558859" y="2573818"/>
            <a:ext cx="265305" cy="9542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3" name="Grupo 1382">
            <a:extLst>
              <a:ext uri="{FF2B5EF4-FFF2-40B4-BE49-F238E27FC236}">
                <a16:creationId xmlns:a16="http://schemas.microsoft.com/office/drawing/2014/main" id="{4CD3EAB6-BE44-1FD9-D42C-DEF6B206F240}"/>
              </a:ext>
            </a:extLst>
          </p:cNvPr>
          <p:cNvGrpSpPr/>
          <p:nvPr/>
        </p:nvGrpSpPr>
        <p:grpSpPr>
          <a:xfrm>
            <a:off x="10347309" y="3433103"/>
            <a:ext cx="1786667" cy="493776"/>
            <a:chOff x="9176022" y="3895674"/>
            <a:chExt cx="1786667" cy="493776"/>
          </a:xfrm>
        </p:grpSpPr>
        <p:grpSp>
          <p:nvGrpSpPr>
            <p:cNvPr id="1296" name="Grupo 1295">
              <a:extLst>
                <a:ext uri="{FF2B5EF4-FFF2-40B4-BE49-F238E27FC236}">
                  <a16:creationId xmlns:a16="http://schemas.microsoft.com/office/drawing/2014/main" id="{4D7A7039-9E5E-0AA9-F6F9-372C428578FA}"/>
                </a:ext>
              </a:extLst>
            </p:cNvPr>
            <p:cNvGrpSpPr/>
            <p:nvPr/>
          </p:nvGrpSpPr>
          <p:grpSpPr>
            <a:xfrm>
              <a:off x="9176022" y="3895674"/>
              <a:ext cx="1786667" cy="493776"/>
              <a:chOff x="4465066" y="1536192"/>
              <a:chExt cx="1786664" cy="493776"/>
            </a:xfrm>
          </p:grpSpPr>
          <p:sp>
            <p:nvSpPr>
              <p:cNvPr id="1297" name="Shape 13">
                <a:extLst>
                  <a:ext uri="{FF2B5EF4-FFF2-40B4-BE49-F238E27FC236}">
                    <a16:creationId xmlns:a16="http://schemas.microsoft.com/office/drawing/2014/main" id="{B5CA38FC-3204-57E5-35BA-D9DA7D2E9174}"/>
                  </a:ext>
                </a:extLst>
              </p:cNvPr>
              <p:cNvSpPr/>
              <p:nvPr/>
            </p:nvSpPr>
            <p:spPr>
              <a:xfrm>
                <a:off x="4465066" y="1536192"/>
                <a:ext cx="1646009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8" name="Text 14">
                <a:extLst>
                  <a:ext uri="{FF2B5EF4-FFF2-40B4-BE49-F238E27FC236}">
                    <a16:creationId xmlns:a16="http://schemas.microsoft.com/office/drawing/2014/main" id="{83FFC26D-6587-ED19-ABEB-AA1A92BB5811}"/>
                  </a:ext>
                </a:extLst>
              </p:cNvPr>
              <p:cNvSpPr/>
              <p:nvPr/>
            </p:nvSpPr>
            <p:spPr>
              <a:xfrm>
                <a:off x="4739384" y="1536192"/>
                <a:ext cx="1512346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85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Feed GTFS</a:t>
                </a:r>
                <a:endParaRPr lang="en-US" sz="85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stops.txt · routes.txt · trips.txt</a:t>
                </a:r>
                <a:endParaRPr lang="en-US" sz="850" dirty="0"/>
              </a:p>
            </p:txBody>
          </p:sp>
        </p:grpSp>
        <p:pic>
          <p:nvPicPr>
            <p:cNvPr id="1382" name="Gráfico 1381" descr="Carpeta abierta con relleno sólido">
              <a:extLst>
                <a:ext uri="{FF2B5EF4-FFF2-40B4-BE49-F238E27FC236}">
                  <a16:creationId xmlns:a16="http://schemas.microsoft.com/office/drawing/2014/main" id="{7616DD52-7A49-6F15-6199-54090A7388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9240188" y="3967545"/>
              <a:ext cx="354433" cy="354433"/>
            </a:xfrm>
            <a:prstGeom prst="rect">
              <a:avLst/>
            </a:prstGeom>
          </p:spPr>
        </p:pic>
      </p:grpSp>
      <p:cxnSp>
        <p:nvCxnSpPr>
          <p:cNvPr id="1385" name="Conector: angular 1384">
            <a:extLst>
              <a:ext uri="{FF2B5EF4-FFF2-40B4-BE49-F238E27FC236}">
                <a16:creationId xmlns:a16="http://schemas.microsoft.com/office/drawing/2014/main" id="{D9CE034E-991A-6F12-8FE7-1E16048EEC95}"/>
              </a:ext>
            </a:extLst>
          </p:cNvPr>
          <p:cNvCxnSpPr>
            <a:cxnSpLocks/>
            <a:stCxn id="1297" idx="0"/>
            <a:endCxn id="1300" idx="3"/>
          </p:cNvCxnSpPr>
          <p:nvPr/>
        </p:nvCxnSpPr>
        <p:spPr>
          <a:xfrm rot="16200000" flipV="1">
            <a:off x="10567598" y="2830385"/>
            <a:ext cx="249485" cy="9559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ector: angular 1402">
            <a:extLst>
              <a:ext uri="{FF2B5EF4-FFF2-40B4-BE49-F238E27FC236}">
                <a16:creationId xmlns:a16="http://schemas.microsoft.com/office/drawing/2014/main" id="{4B6C229F-0E41-9094-EF45-BE231EDEB1CD}"/>
              </a:ext>
            </a:extLst>
          </p:cNvPr>
          <p:cNvCxnSpPr>
            <a:stCxn id="1297" idx="1"/>
            <a:endCxn id="1341" idx="3"/>
          </p:cNvCxnSpPr>
          <p:nvPr/>
        </p:nvCxnSpPr>
        <p:spPr>
          <a:xfrm rot="10800000" flipV="1">
            <a:off x="8655051" y="3679990"/>
            <a:ext cx="1692259" cy="381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4" name="Text 55">
            <a:extLst>
              <a:ext uri="{FF2B5EF4-FFF2-40B4-BE49-F238E27FC236}">
                <a16:creationId xmlns:a16="http://schemas.microsoft.com/office/drawing/2014/main" id="{A9E54916-3127-07D9-D5D5-AB11391983C5}"/>
              </a:ext>
            </a:extLst>
          </p:cNvPr>
          <p:cNvSpPr/>
          <p:nvPr/>
        </p:nvSpPr>
        <p:spPr>
          <a:xfrm>
            <a:off x="11033762" y="3080373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build</a:t>
            </a:r>
            <a:endParaRPr lang="en-US" sz="900" dirty="0"/>
          </a:p>
        </p:txBody>
      </p:sp>
      <p:grpSp>
        <p:nvGrpSpPr>
          <p:cNvPr id="1407" name="Grupo 1406">
            <a:extLst>
              <a:ext uri="{FF2B5EF4-FFF2-40B4-BE49-F238E27FC236}">
                <a16:creationId xmlns:a16="http://schemas.microsoft.com/office/drawing/2014/main" id="{E4F64028-5FD2-D605-8D39-B56F294F44C9}"/>
              </a:ext>
            </a:extLst>
          </p:cNvPr>
          <p:cNvGrpSpPr/>
          <p:nvPr/>
        </p:nvGrpSpPr>
        <p:grpSpPr>
          <a:xfrm>
            <a:off x="10472649" y="4143941"/>
            <a:ext cx="1390604" cy="576930"/>
            <a:chOff x="10520612" y="4201091"/>
            <a:chExt cx="1390604" cy="576930"/>
          </a:xfrm>
        </p:grpSpPr>
        <p:sp>
          <p:nvSpPr>
            <p:cNvPr id="1406" name="Shape 53">
              <a:extLst>
                <a:ext uri="{FF2B5EF4-FFF2-40B4-BE49-F238E27FC236}">
                  <a16:creationId xmlns:a16="http://schemas.microsoft.com/office/drawing/2014/main" id="{8352495E-02E4-3616-FBF0-D7CB37E8FAC8}"/>
                </a:ext>
              </a:extLst>
            </p:cNvPr>
            <p:cNvSpPr/>
            <p:nvPr/>
          </p:nvSpPr>
          <p:spPr>
            <a:xfrm>
              <a:off x="10520612" y="4201091"/>
              <a:ext cx="1390604" cy="57693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013174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b"/>
            <a:lstStyle/>
            <a:p>
              <a:pPr algn="ctr"/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Urbano Toledo</a:t>
              </a:r>
              <a:endParaRPr lang="en-US" sz="1100" dirty="0"/>
            </a:p>
          </p:txBody>
        </p:sp>
        <p:pic>
          <p:nvPicPr>
            <p:cNvPr id="1198" name="Imagen 1197">
              <a:extLst>
                <a:ext uri="{FF2B5EF4-FFF2-40B4-BE49-F238E27FC236}">
                  <a16:creationId xmlns:a16="http://schemas.microsoft.com/office/drawing/2014/main" id="{5AB3B218-D356-0EE6-8DD9-20467BC57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7627" y="4276227"/>
              <a:ext cx="1286157" cy="211192"/>
            </a:xfrm>
            <a:prstGeom prst="rect">
              <a:avLst/>
            </a:prstGeom>
          </p:spPr>
        </p:pic>
      </p:grpSp>
      <p:cxnSp>
        <p:nvCxnSpPr>
          <p:cNvPr id="1409" name="Conector: angular 1408">
            <a:extLst>
              <a:ext uri="{FF2B5EF4-FFF2-40B4-BE49-F238E27FC236}">
                <a16:creationId xmlns:a16="http://schemas.microsoft.com/office/drawing/2014/main" id="{46E26511-984B-00AB-6184-E2F76374D112}"/>
              </a:ext>
            </a:extLst>
          </p:cNvPr>
          <p:cNvCxnSpPr>
            <a:cxnSpLocks/>
            <a:stCxn id="1406" idx="0"/>
            <a:endCxn id="1297" idx="2"/>
          </p:cNvCxnSpPr>
          <p:nvPr/>
        </p:nvCxnSpPr>
        <p:spPr>
          <a:xfrm rot="5400000" flipH="1" flipV="1">
            <a:off x="11060602" y="4034228"/>
            <a:ext cx="217062" cy="23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ector: angular 1414">
            <a:extLst>
              <a:ext uri="{FF2B5EF4-FFF2-40B4-BE49-F238E27FC236}">
                <a16:creationId xmlns:a16="http://schemas.microsoft.com/office/drawing/2014/main" id="{2A69AB01-D83F-510B-97C7-C0CEF76B9D03}"/>
              </a:ext>
            </a:extLst>
          </p:cNvPr>
          <p:cNvCxnSpPr>
            <a:cxnSpLocks/>
            <a:stCxn id="1378" idx="0"/>
            <a:endCxn id="1406" idx="1"/>
          </p:cNvCxnSpPr>
          <p:nvPr/>
        </p:nvCxnSpPr>
        <p:spPr>
          <a:xfrm rot="5400000" flipH="1" flipV="1">
            <a:off x="10045264" y="4168973"/>
            <a:ext cx="163952" cy="69081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9" name="Grupo 1428">
            <a:extLst>
              <a:ext uri="{FF2B5EF4-FFF2-40B4-BE49-F238E27FC236}">
                <a16:creationId xmlns:a16="http://schemas.microsoft.com/office/drawing/2014/main" id="{CA83D7D9-669B-EB35-1F89-9806987CBE8A}"/>
              </a:ext>
            </a:extLst>
          </p:cNvPr>
          <p:cNvGrpSpPr/>
          <p:nvPr/>
        </p:nvGrpSpPr>
        <p:grpSpPr>
          <a:xfrm>
            <a:off x="9309314" y="5718514"/>
            <a:ext cx="2764393" cy="1010815"/>
            <a:chOff x="9198930" y="5482255"/>
            <a:chExt cx="2764393" cy="1010815"/>
          </a:xfrm>
        </p:grpSpPr>
        <p:sp>
          <p:nvSpPr>
            <p:cNvPr id="1424" name="Shape 53">
              <a:extLst>
                <a:ext uri="{FF2B5EF4-FFF2-40B4-BE49-F238E27FC236}">
                  <a16:creationId xmlns:a16="http://schemas.microsoft.com/office/drawing/2014/main" id="{9F648DCD-6933-6447-A906-A2C54535DD73}"/>
                </a:ext>
              </a:extLst>
            </p:cNvPr>
            <p:cNvSpPr/>
            <p:nvPr/>
          </p:nvSpPr>
          <p:spPr>
            <a:xfrm>
              <a:off x="9198930" y="5482255"/>
              <a:ext cx="2593019" cy="835995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77777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07" name="Text 65">
              <a:extLst>
                <a:ext uri="{FF2B5EF4-FFF2-40B4-BE49-F238E27FC236}">
                  <a16:creationId xmlns:a16="http://schemas.microsoft.com/office/drawing/2014/main" id="{7B464969-0E97-A7D4-6D31-9C2AEB920277}"/>
                </a:ext>
              </a:extLst>
            </p:cNvPr>
            <p:cNvSpPr/>
            <p:nvPr/>
          </p:nvSpPr>
          <p:spPr>
            <a:xfrm>
              <a:off x="9710225" y="5516397"/>
              <a:ext cx="2000279" cy="404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LPMC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Hillel et al. 2018 – Londres</a:t>
              </a:r>
              <a:endParaRPr lang="en-US" sz="1400" dirty="0"/>
            </a:p>
          </p:txBody>
        </p:sp>
        <p:pic>
          <p:nvPicPr>
            <p:cNvPr id="1421" name="Gráfico 1420">
              <a:extLst>
                <a:ext uri="{FF2B5EF4-FFF2-40B4-BE49-F238E27FC236}">
                  <a16:creationId xmlns:a16="http://schemas.microsoft.com/office/drawing/2014/main" id="{717BA62C-7EED-0F62-352E-0B9EF6DAFA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9252461" y="5516397"/>
              <a:ext cx="404234" cy="404234"/>
            </a:xfrm>
            <a:prstGeom prst="rect">
              <a:avLst/>
            </a:prstGeom>
          </p:spPr>
        </p:pic>
        <p:pic>
          <p:nvPicPr>
            <p:cNvPr id="1241" name="Imagen 1240">
              <a:extLst>
                <a:ext uri="{FF2B5EF4-FFF2-40B4-BE49-F238E27FC236}">
                  <a16:creationId xmlns:a16="http://schemas.microsoft.com/office/drawing/2014/main" id="{A79FC52D-4B67-15A5-9869-109857AAF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565" b="33916"/>
            <a:stretch>
              <a:fillRect/>
            </a:stretch>
          </p:blipFill>
          <p:spPr>
            <a:xfrm>
              <a:off x="9234546" y="5947228"/>
              <a:ext cx="1094570" cy="345010"/>
            </a:xfrm>
            <a:prstGeom prst="rect">
              <a:avLst/>
            </a:prstGeom>
          </p:spPr>
        </p:pic>
        <p:pic>
          <p:nvPicPr>
            <p:cNvPr id="1243" name="Imagen 1242">
              <a:extLst>
                <a:ext uri="{FF2B5EF4-FFF2-40B4-BE49-F238E27FC236}">
                  <a16:creationId xmlns:a16="http://schemas.microsoft.com/office/drawing/2014/main" id="{374777CF-1DD9-98AB-75BD-DD6CAF006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45146" y="5907465"/>
              <a:ext cx="1004054" cy="434880"/>
            </a:xfrm>
            <a:prstGeom prst="rect">
              <a:avLst/>
            </a:prstGeom>
          </p:spPr>
        </p:pic>
        <p:pic>
          <p:nvPicPr>
            <p:cNvPr id="1427" name="Imagen 1426">
              <a:extLst>
                <a:ext uri="{FF2B5EF4-FFF2-40B4-BE49-F238E27FC236}">
                  <a16:creationId xmlns:a16="http://schemas.microsoft.com/office/drawing/2014/main" id="{EB70C60E-BA49-D8FF-5D28-CE10C1839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7374" y="5947121"/>
              <a:ext cx="545949" cy="545949"/>
            </a:xfrm>
            <a:prstGeom prst="ellipse">
              <a:avLst/>
            </a:prstGeom>
            <a:ln w="19050" cap="rnd">
              <a:solidFill>
                <a:srgbClr val="777777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</p:spPr>
        </p:pic>
      </p:grpSp>
      <p:sp>
        <p:nvSpPr>
          <p:cNvPr id="1432" name="Text 55">
            <a:extLst>
              <a:ext uri="{FF2B5EF4-FFF2-40B4-BE49-F238E27FC236}">
                <a16:creationId xmlns:a16="http://schemas.microsoft.com/office/drawing/2014/main" id="{B7B5EB50-63F0-CC04-4064-6ACBA746B88F}"/>
              </a:ext>
            </a:extLst>
          </p:cNvPr>
          <p:cNvSpPr/>
          <p:nvPr/>
        </p:nvSpPr>
        <p:spPr>
          <a:xfrm>
            <a:off x="11167594" y="3920938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GTFS</a:t>
            </a:r>
            <a:endParaRPr lang="en-US" sz="900" dirty="0"/>
          </a:p>
        </p:txBody>
      </p:sp>
      <p:cxnSp>
        <p:nvCxnSpPr>
          <p:cNvPr id="1434" name="Conector: angular 1433">
            <a:extLst>
              <a:ext uri="{FF2B5EF4-FFF2-40B4-BE49-F238E27FC236}">
                <a16:creationId xmlns:a16="http://schemas.microsoft.com/office/drawing/2014/main" id="{25CD9A89-DBED-FDA3-0BF3-AAD2E3FAC3BF}"/>
              </a:ext>
            </a:extLst>
          </p:cNvPr>
          <p:cNvCxnSpPr>
            <a:stCxn id="1300" idx="1"/>
            <a:endCxn id="76" idx="3"/>
          </p:cNvCxnSpPr>
          <p:nvPr/>
        </p:nvCxnSpPr>
        <p:spPr>
          <a:xfrm rot="10800000" flipV="1">
            <a:off x="8655052" y="3183617"/>
            <a:ext cx="507753" cy="22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ector: angular 1436">
            <a:extLst>
              <a:ext uri="{FF2B5EF4-FFF2-40B4-BE49-F238E27FC236}">
                <a16:creationId xmlns:a16="http://schemas.microsoft.com/office/drawing/2014/main" id="{8A9A35A2-2A98-632F-58A5-59CD531195B5}"/>
              </a:ext>
            </a:extLst>
          </p:cNvPr>
          <p:cNvCxnSpPr>
            <a:stCxn id="1203" idx="3"/>
            <a:endCxn id="1341" idx="1"/>
          </p:cNvCxnSpPr>
          <p:nvPr/>
        </p:nvCxnSpPr>
        <p:spPr>
          <a:xfrm flipV="1">
            <a:off x="4921250" y="4061108"/>
            <a:ext cx="2216306" cy="2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ector: angular 1441">
            <a:extLst>
              <a:ext uri="{FF2B5EF4-FFF2-40B4-BE49-F238E27FC236}">
                <a16:creationId xmlns:a16="http://schemas.microsoft.com/office/drawing/2014/main" id="{02F3F529-3429-6C32-5A69-1C8E7FF64853}"/>
              </a:ext>
            </a:extLst>
          </p:cNvPr>
          <p:cNvCxnSpPr>
            <a:cxnSpLocks/>
            <a:stCxn id="1204" idx="3"/>
            <a:endCxn id="1280" idx="1"/>
          </p:cNvCxnSpPr>
          <p:nvPr/>
        </p:nvCxnSpPr>
        <p:spPr>
          <a:xfrm>
            <a:off x="4921250" y="5147639"/>
            <a:ext cx="908982" cy="12260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ector: angular 1443">
            <a:extLst>
              <a:ext uri="{FF2B5EF4-FFF2-40B4-BE49-F238E27FC236}">
                <a16:creationId xmlns:a16="http://schemas.microsoft.com/office/drawing/2014/main" id="{C35C10B3-B2AF-8284-14F3-5AB793B388D7}"/>
              </a:ext>
            </a:extLst>
          </p:cNvPr>
          <p:cNvCxnSpPr>
            <a:cxnSpLocks/>
            <a:stCxn id="1204" idx="3"/>
            <a:endCxn id="1277" idx="1"/>
          </p:cNvCxnSpPr>
          <p:nvPr/>
        </p:nvCxnSpPr>
        <p:spPr>
          <a:xfrm>
            <a:off x="4921250" y="5147639"/>
            <a:ext cx="1343318" cy="5983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ector: angular 1445">
            <a:extLst>
              <a:ext uri="{FF2B5EF4-FFF2-40B4-BE49-F238E27FC236}">
                <a16:creationId xmlns:a16="http://schemas.microsoft.com/office/drawing/2014/main" id="{AE06E733-F617-38F4-D95B-D8A42E61E592}"/>
              </a:ext>
            </a:extLst>
          </p:cNvPr>
          <p:cNvCxnSpPr>
            <a:cxnSpLocks/>
            <a:stCxn id="1204" idx="3"/>
            <a:endCxn id="1276" idx="1"/>
          </p:cNvCxnSpPr>
          <p:nvPr/>
        </p:nvCxnSpPr>
        <p:spPr>
          <a:xfrm>
            <a:off x="4921250" y="5147639"/>
            <a:ext cx="1437219" cy="12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0" name="CuadroTexto 1459">
            <a:extLst>
              <a:ext uri="{FF2B5EF4-FFF2-40B4-BE49-F238E27FC236}">
                <a16:creationId xmlns:a16="http://schemas.microsoft.com/office/drawing/2014/main" id="{47DDC939-B794-2DE6-7A21-D4FD0B47C02F}"/>
              </a:ext>
            </a:extLst>
          </p:cNvPr>
          <p:cNvSpPr txBox="1"/>
          <p:nvPr/>
        </p:nvSpPr>
        <p:spPr>
          <a:xfrm>
            <a:off x="5212564" y="4835009"/>
            <a:ext cx="992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800" dirty="0"/>
          </a:p>
        </p:txBody>
      </p:sp>
      <p:sp>
        <p:nvSpPr>
          <p:cNvPr id="1461" name="CuadroTexto 1460">
            <a:extLst>
              <a:ext uri="{FF2B5EF4-FFF2-40B4-BE49-F238E27FC236}">
                <a16:creationId xmlns:a16="http://schemas.microsoft.com/office/drawing/2014/main" id="{2CCEE261-BC6C-5210-9D61-B35EC417FC31}"/>
              </a:ext>
            </a:extLst>
          </p:cNvPr>
          <p:cNvSpPr txBox="1"/>
          <p:nvPr/>
        </p:nvSpPr>
        <p:spPr>
          <a:xfrm>
            <a:off x="7719434" y="4835009"/>
            <a:ext cx="992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/train</a:t>
            </a:r>
            <a:endParaRPr lang="en-US" sz="1800" dirty="0"/>
          </a:p>
        </p:txBody>
      </p:sp>
      <p:cxnSp>
        <p:nvCxnSpPr>
          <p:cNvPr id="1463" name="Conector: angular 1462">
            <a:extLst>
              <a:ext uri="{FF2B5EF4-FFF2-40B4-BE49-F238E27FC236}">
                <a16:creationId xmlns:a16="http://schemas.microsoft.com/office/drawing/2014/main" id="{BD9CF4A7-B235-B191-8398-7AFFB986F3DC}"/>
              </a:ext>
            </a:extLst>
          </p:cNvPr>
          <p:cNvCxnSpPr>
            <a:cxnSpLocks/>
            <a:stCxn id="1424" idx="1"/>
            <a:endCxn id="1280" idx="3"/>
          </p:cNvCxnSpPr>
          <p:nvPr/>
        </p:nvCxnSpPr>
        <p:spPr>
          <a:xfrm rot="10800000" flipV="1">
            <a:off x="8173568" y="6136511"/>
            <a:ext cx="1135747" cy="237213"/>
          </a:xfrm>
          <a:prstGeom prst="bentConnector3">
            <a:avLst>
              <a:gd name="adj1" fmla="val 567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ector: angular 1466">
            <a:extLst>
              <a:ext uri="{FF2B5EF4-FFF2-40B4-BE49-F238E27FC236}">
                <a16:creationId xmlns:a16="http://schemas.microsoft.com/office/drawing/2014/main" id="{7A603451-107B-502D-C79B-BEC847BD8BB3}"/>
              </a:ext>
            </a:extLst>
          </p:cNvPr>
          <p:cNvCxnSpPr>
            <a:cxnSpLocks/>
            <a:stCxn id="1424" idx="1"/>
            <a:endCxn id="1277" idx="3"/>
          </p:cNvCxnSpPr>
          <p:nvPr/>
        </p:nvCxnSpPr>
        <p:spPr>
          <a:xfrm rot="10800000">
            <a:off x="7764708" y="5746008"/>
            <a:ext cx="1544606" cy="390504"/>
          </a:xfrm>
          <a:prstGeom prst="bentConnector3">
            <a:avLst>
              <a:gd name="adj1" fmla="val 416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ector: angular 1469">
            <a:extLst>
              <a:ext uri="{FF2B5EF4-FFF2-40B4-BE49-F238E27FC236}">
                <a16:creationId xmlns:a16="http://schemas.microsoft.com/office/drawing/2014/main" id="{0457FB2D-9125-F7DD-7887-51945D75DF23}"/>
              </a:ext>
            </a:extLst>
          </p:cNvPr>
          <p:cNvCxnSpPr>
            <a:cxnSpLocks/>
            <a:stCxn id="1424" idx="1"/>
            <a:endCxn id="1276" idx="3"/>
          </p:cNvCxnSpPr>
          <p:nvPr/>
        </p:nvCxnSpPr>
        <p:spPr>
          <a:xfrm rot="10800000">
            <a:off x="7677572" y="5148910"/>
            <a:ext cx="1631742" cy="987603"/>
          </a:xfrm>
          <a:prstGeom prst="bentConnector3">
            <a:avLst>
              <a:gd name="adj1" fmla="val 392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A5B49C5DE5F44CB629258CFB70E19D" ma:contentTypeVersion="18" ma:contentTypeDescription="Crear nuevo documento." ma:contentTypeScope="" ma:versionID="74d7687ff137e87fb3b1bb4914d165da">
  <xsd:schema xmlns:xsd="http://www.w3.org/2001/XMLSchema" xmlns:xs="http://www.w3.org/2001/XMLSchema" xmlns:p="http://schemas.microsoft.com/office/2006/metadata/properties" xmlns:ns3="da169425-153d-4080-8705-45c92938e7f0" xmlns:ns4="89f1de4a-40f7-4e81-987b-401414521485" targetNamespace="http://schemas.microsoft.com/office/2006/metadata/properties" ma:root="true" ma:fieldsID="4c882593e756bab23045d9ebaf71ae2a" ns3:_="" ns4:_="">
    <xsd:import namespace="da169425-153d-4080-8705-45c92938e7f0"/>
    <xsd:import namespace="89f1de4a-40f7-4e81-987b-4014145214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69425-153d-4080-8705-45c92938e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1de4a-40f7-4e81-987b-4014145214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169425-153d-4080-8705-45c92938e7f0" xsi:nil="true"/>
  </documentManagement>
</p:properties>
</file>

<file path=customXml/itemProps1.xml><?xml version="1.0" encoding="utf-8"?>
<ds:datastoreItem xmlns:ds="http://schemas.openxmlformats.org/officeDocument/2006/customXml" ds:itemID="{F22018BE-1405-4A4B-BB67-C88962BABD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69425-153d-4080-8705-45c92938e7f0"/>
    <ds:schemaRef ds:uri="89f1de4a-40f7-4e81-987b-4014145214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1C400D-5C3C-43E3-9C88-F800C5BA22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0D70F7-8416-46C5-896C-E4C67671FD25}">
  <ds:schemaRefs>
    <ds:schemaRef ds:uri="http://schemas.microsoft.com/office/infopath/2007/PartnerControls"/>
    <ds:schemaRef ds:uri="http://purl.org/dc/elements/1.1/"/>
    <ds:schemaRef ds:uri="http://purl.org/dc/dcmitype/"/>
    <ds:schemaRef ds:uri="http://schemas.microsoft.com/office/2006/metadata/properties"/>
    <ds:schemaRef ds:uri="http://www.w3.org/XML/1998/namespace"/>
    <ds:schemaRef ds:uri="89f1de4a-40f7-4e81-987b-401414521485"/>
    <ds:schemaRef ds:uri="http://schemas.openxmlformats.org/package/2006/metadata/core-properties"/>
    <ds:schemaRef ds:uri="http://schemas.microsoft.com/office/2006/documentManagement/types"/>
    <ds:schemaRef ds:uri="da169425-153d-4080-8705-45c92938e7f0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109</Words>
  <Application>Microsoft Office PowerPoint</Application>
  <PresentationFormat>Panorámica</PresentationFormat>
  <Paragraphs>40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Courier New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IVÁN VICENTE HERNÁNDEZ GARCÍA DE MORA</dc:creator>
  <cp:lastModifiedBy>IVÁN VICENTE HERNÁNDEZ GARCÍA DE MORA</cp:lastModifiedBy>
  <cp:revision>4</cp:revision>
  <dcterms:created xsi:type="dcterms:W3CDTF">2026-04-21T15:15:57Z</dcterms:created>
  <dcterms:modified xsi:type="dcterms:W3CDTF">2026-04-22T00:20:48Z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0x010100DEA5B49C5DE5F44CB629258CFB70E19D</vt:lpwstr>
  </property>
</Properties>
</file>