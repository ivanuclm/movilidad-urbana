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212121"/>
    <a:srgbClr val="013174"/>
    <a:srgbClr val="3188C9"/>
    <a:srgbClr val="F9A825"/>
    <a:srgbClr val="D50950"/>
    <a:srgbClr val="88BFCC"/>
    <a:srgbClr val="1565C0"/>
    <a:srgbClr val="D00000"/>
    <a:srgbClr val="8DD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jpeg"/><Relationship Id="rId39" Type="http://schemas.openxmlformats.org/officeDocument/2006/relationships/image" Target="../media/image37.jpg"/><Relationship Id="rId21" Type="http://schemas.openxmlformats.org/officeDocument/2006/relationships/image" Target="../media/image19.svg"/><Relationship Id="rId34" Type="http://schemas.openxmlformats.org/officeDocument/2006/relationships/image" Target="../media/image32.jpe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54787" y="367028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548" y="4360135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720596" y="1330880"/>
              <a:ext cx="291084" cy="171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sp>
            <p:nvSpPr>
              <p:cNvPr id="1105" name="Text 35">
                <a:extLst>
                  <a:ext uri="{FF2B5EF4-FFF2-40B4-BE49-F238E27FC236}">
                    <a16:creationId xmlns:a16="http://schemas.microsoft.com/office/drawing/2014/main" id="{31A14D28-3B15-39CD-A156-F064FFB7524F}"/>
                  </a:ext>
                </a:extLst>
              </p:cNvPr>
              <p:cNvSpPr/>
              <p:nvPr/>
            </p:nvSpPr>
            <p:spPr>
              <a:xfrm>
                <a:off x="4348360" y="1317727"/>
                <a:ext cx="291084" cy="171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:8000</a:t>
                </a:r>
                <a:endParaRPr lang="en-US" sz="9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/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/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/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/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324985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492007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788" y="2271570"/>
              <a:ext cx="368300" cy="368300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281" name="Grupo 1280">
            <a:extLst>
              <a:ext uri="{FF2B5EF4-FFF2-40B4-BE49-F238E27FC236}">
                <a16:creationId xmlns:a16="http://schemas.microsoft.com/office/drawing/2014/main" id="{3FB87F6C-FD08-8E9E-C444-5D4CFCD55A75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6153150" y="5939599"/>
            <a:chExt cx="2908299" cy="593653"/>
          </a:xfrm>
        </p:grpSpPr>
        <p:sp>
          <p:nvSpPr>
            <p:cNvPr id="1280" name="Shape 62">
              <a:extLst>
                <a:ext uri="{FF2B5EF4-FFF2-40B4-BE49-F238E27FC236}">
                  <a16:creationId xmlns:a16="http://schemas.microsoft.com/office/drawing/2014/main" id="{11E37F5D-E339-607D-019C-66B567414E19}"/>
                </a:ext>
              </a:extLst>
            </p:cNvPr>
            <p:cNvSpPr/>
            <p:nvPr/>
          </p:nvSpPr>
          <p:spPr>
            <a:xfrm>
              <a:off x="6153150" y="5939599"/>
              <a:ext cx="29082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D000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55" name="Imagen 1254">
              <a:extLst>
                <a:ext uri="{FF2B5EF4-FFF2-40B4-BE49-F238E27FC236}">
                  <a16:creationId xmlns:a16="http://schemas.microsoft.com/office/drawing/2014/main" id="{BFC9576F-EF49-4F30-9C53-4928D14D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3965" y="5991351"/>
              <a:ext cx="727535" cy="490147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485566" y="710738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10098789" y="1120170"/>
            <a:ext cx="102938" cy="600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481165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85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9" name="Grupo 1378">
            <a:extLst>
              <a:ext uri="{FF2B5EF4-FFF2-40B4-BE49-F238E27FC236}">
                <a16:creationId xmlns:a16="http://schemas.microsoft.com/office/drawing/2014/main" id="{028E2B42-92A6-5FB2-5BFC-7C807EDF2818}"/>
              </a:ext>
            </a:extLst>
          </p:cNvPr>
          <p:cNvGrpSpPr/>
          <p:nvPr/>
        </p:nvGrpSpPr>
        <p:grpSpPr>
          <a:xfrm>
            <a:off x="10527668" y="4870640"/>
            <a:ext cx="1279851" cy="712690"/>
            <a:chOff x="10522966" y="2644652"/>
            <a:chExt cx="1479392" cy="823805"/>
          </a:xfrm>
        </p:grpSpPr>
        <p:sp>
          <p:nvSpPr>
            <p:cNvPr id="1378" name="Shape 53">
              <a:extLst>
                <a:ext uri="{FF2B5EF4-FFF2-40B4-BE49-F238E27FC236}">
                  <a16:creationId xmlns:a16="http://schemas.microsoft.com/office/drawing/2014/main" id="{1DEB5A57-D30B-55EC-56AC-58D6F9503E6F}"/>
                </a:ext>
              </a:extLst>
            </p:cNvPr>
            <p:cNvSpPr/>
            <p:nvPr/>
          </p:nvSpPr>
          <p:spPr>
            <a:xfrm>
              <a:off x="10522966" y="2644652"/>
              <a:ext cx="1479392" cy="82380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3188C9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5D4202A0-900F-1900-FEE1-9CD119496D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546433" y="2661082"/>
              <a:ext cx="1431281" cy="356645"/>
            </a:xfrm>
            <a:prstGeom prst="rect">
              <a:avLst/>
            </a:prstGeom>
          </p:spPr>
        </p:pic>
        <p:pic>
          <p:nvPicPr>
            <p:cNvPr id="1201" name="Gráfico 1200">
              <a:extLst>
                <a:ext uri="{FF2B5EF4-FFF2-40B4-BE49-F238E27FC236}">
                  <a16:creationId xmlns:a16="http://schemas.microsoft.com/office/drawing/2014/main" id="{BFAF2C1E-5929-7EEC-5736-81002DFD5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710617" y="2990684"/>
              <a:ext cx="1111639" cy="428923"/>
            </a:xfrm>
            <a:prstGeom prst="rect">
              <a:avLst/>
            </a:prstGeom>
          </p:spPr>
        </p:pic>
      </p:grp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2"/>
          </p:cNvCxnSpPr>
          <p:nvPr/>
        </p:nvCxnSpPr>
        <p:spPr>
          <a:xfrm rot="5400000" flipH="1" flipV="1">
            <a:off x="11092888" y="4795578"/>
            <a:ext cx="149769" cy="3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806782"/>
            <a:ext cx="2764393" cy="922547"/>
            <a:chOff x="9198930" y="5570523"/>
            <a:chExt cx="2764393" cy="922547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570523"/>
              <a:ext cx="2593019" cy="74772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340028" y="5793405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299220" y="5614625"/>
              <a:ext cx="404234" cy="404234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70640"/>
            <a:ext cx="992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b="1" dirty="0"/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80645"/>
            <a:ext cx="1135747" cy="193079"/>
          </a:xfrm>
          <a:prstGeom prst="bentConnector3">
            <a:avLst>
              <a:gd name="adj1" fmla="val 67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4" y="5746008"/>
            <a:ext cx="1544610" cy="434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1031737"/>
          </a:xfrm>
          <a:prstGeom prst="bentConnector3">
            <a:avLst>
              <a:gd name="adj1" fmla="val 4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9" name="Grupo 1478">
            <a:extLst>
              <a:ext uri="{FF2B5EF4-FFF2-40B4-BE49-F238E27FC236}">
                <a16:creationId xmlns:a16="http://schemas.microsoft.com/office/drawing/2014/main" id="{6D87E111-3CF8-DC46-2A5C-103F7BE64BFB}"/>
              </a:ext>
            </a:extLst>
          </p:cNvPr>
          <p:cNvGrpSpPr/>
          <p:nvPr/>
        </p:nvGrpSpPr>
        <p:grpSpPr>
          <a:xfrm>
            <a:off x="1302302" y="1770961"/>
            <a:ext cx="1157025" cy="917972"/>
            <a:chOff x="31695" y="5696712"/>
            <a:chExt cx="1157025" cy="917972"/>
          </a:xfrm>
        </p:grpSpPr>
        <p:pic>
          <p:nvPicPr>
            <p:cNvPr id="1480" name="Imagen 1479">
              <a:extLst>
                <a:ext uri="{FF2B5EF4-FFF2-40B4-BE49-F238E27FC236}">
                  <a16:creationId xmlns:a16="http://schemas.microsoft.com/office/drawing/2014/main" id="{15996519-8D40-4AC4-385A-0F7B3A7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481" name="Imagen 1480">
              <a:extLst>
                <a:ext uri="{FF2B5EF4-FFF2-40B4-BE49-F238E27FC236}">
                  <a16:creationId xmlns:a16="http://schemas.microsoft.com/office/drawing/2014/main" id="{C1CA7C1C-7479-3DC3-BBBF-2472123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482" name="Gráfico 1481">
              <a:extLst>
                <a:ext uri="{FF2B5EF4-FFF2-40B4-BE49-F238E27FC236}">
                  <a16:creationId xmlns:a16="http://schemas.microsoft.com/office/drawing/2014/main" id="{D5D67EE3-A71C-DE80-6510-51325ED0C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483" name="Imagen 1482">
              <a:extLst>
                <a:ext uri="{FF2B5EF4-FFF2-40B4-BE49-F238E27FC236}">
                  <a16:creationId xmlns:a16="http://schemas.microsoft.com/office/drawing/2014/main" id="{6B0228DC-9016-4FEF-1969-3A6BEB1C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484" name="Imagen 1483">
              <a:extLst>
                <a:ext uri="{FF2B5EF4-FFF2-40B4-BE49-F238E27FC236}">
                  <a16:creationId xmlns:a16="http://schemas.microsoft.com/office/drawing/2014/main" id="{4BD91260-58FF-388F-DE23-7E2C59FA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CFDB16F6-2505-6CE2-11BE-3EC4573B13B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621448" y="6194520"/>
            <a:ext cx="1461406" cy="360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0D70F7-8416-46C5-896C-E4C67671FD25}">
  <ds:schemaRefs>
    <ds:schemaRef ds:uri="http://purl.org/dc/terms/"/>
    <ds:schemaRef ds:uri="http://purl.org/dc/elements/1.1/"/>
    <ds:schemaRef ds:uri="89f1de4a-40f7-4e81-987b-401414521485"/>
    <ds:schemaRef ds:uri="http://schemas.microsoft.com/office/infopath/2007/PartnerControls"/>
    <ds:schemaRef ds:uri="http://purl.org/dc/dcmitype/"/>
    <ds:schemaRef ds:uri="http://schemas.microsoft.com/office/2006/documentManagement/types"/>
    <ds:schemaRef ds:uri="da169425-153d-4080-8705-45c92938e7f0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107</Words>
  <Application>Microsoft Office PowerPoint</Application>
  <PresentationFormat>Panorámica</PresentationFormat>
  <Paragraphs>39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7</cp:revision>
  <dcterms:created xsi:type="dcterms:W3CDTF">2026-04-21T15:15:57Z</dcterms:created>
  <dcterms:modified xsi:type="dcterms:W3CDTF">2026-04-28T21:37:07Z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