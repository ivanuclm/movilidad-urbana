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3657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2336"/>
            <a:ext cx="12161520" cy="18105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4297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y preprocesado (offline)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502920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91440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914400"/>
            <a:ext cx="21031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Geofabrik — OSM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Castilla-La Mancha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94560" y="1316736"/>
            <a:ext cx="914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10" name="Text 7"/>
          <p:cNvSpPr/>
          <p:nvPr/>
        </p:nvSpPr>
        <p:spPr>
          <a:xfrm>
            <a:off x="1691640" y="1298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osrm-extract ×3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1143000" y="1554480"/>
            <a:ext cx="210312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17320" y="1554480"/>
            <a:ext cx="182880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OSRM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/ bike / foot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91640"/>
            <a:ext cx="219456" cy="219456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502920"/>
            <a:ext cx="347472" cy="3474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29200" y="914400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29200" y="914400"/>
            <a:ext cx="210312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— GTFS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Toledo urbano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486400" y="1316736"/>
            <a:ext cx="182880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18" name="Shape 13"/>
          <p:cNvSpPr/>
          <p:nvPr/>
        </p:nvSpPr>
        <p:spPr>
          <a:xfrm>
            <a:off x="4892040" y="1554480"/>
            <a:ext cx="160020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66360" y="1554480"/>
            <a:ext cx="13258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GTFS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· routes · trips</a:t>
            </a:r>
            <a:endParaRPr lang="en-US" sz="8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91640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400800" y="1316736"/>
            <a:ext cx="274320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22" name="Text 16"/>
          <p:cNvSpPr/>
          <p:nvPr/>
        </p:nvSpPr>
        <p:spPr>
          <a:xfrm>
            <a:off x="6035040" y="1298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6336792" y="1554480"/>
            <a:ext cx="105156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611112" y="1554480"/>
            <a:ext cx="77724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graph.obj</a:t>
            </a:r>
            <a:endParaRPr lang="en-US" sz="8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691640"/>
            <a:ext cx="219456" cy="219456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502920"/>
            <a:ext cx="347472" cy="34747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034272" y="914400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F8F8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9034272" y="914400"/>
            <a:ext cx="214884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LPMC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Hillel et al. 2018 · Londres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10104120" y="1316736"/>
            <a:ext cx="914" cy="219456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30" name="Text 22"/>
          <p:cNvSpPr/>
          <p:nvPr/>
        </p:nvSpPr>
        <p:spPr>
          <a:xfrm>
            <a:off x="9601200" y="129844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9034272" y="1554480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308592" y="1554480"/>
            <a:ext cx="187452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LPMC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RF · DNN</a:t>
            </a:r>
            <a:endParaRPr lang="en-US" sz="8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992" y="1691640"/>
            <a:ext cx="219456" cy="219456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14400" y="2286000"/>
            <a:ext cx="11018520" cy="4343400"/>
          </a:xfrm>
          <a:prstGeom prst="roundRect">
            <a:avLst>
              <a:gd name="adj" fmla="val 2105"/>
            </a:avLst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2350008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25880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8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" y="4110228"/>
            <a:ext cx="502920" cy="50292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73152" y="4091940"/>
            <a:ext cx="566928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73152" y="46588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1097280" y="2724912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31750">
            <a:solidFill>
              <a:srgbClr val="61DAF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2157984" y="2807208"/>
            <a:ext cx="201168" cy="201168"/>
          </a:xfrm>
          <a:prstGeom prst="ellipse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2157984" y="2807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750" dirty="0"/>
          </a:p>
        </p:txBody>
      </p:sp>
      <p:sp>
        <p:nvSpPr>
          <p:cNvPr id="43" name="Shape 32"/>
          <p:cNvSpPr/>
          <p:nvPr/>
        </p:nvSpPr>
        <p:spPr>
          <a:xfrm>
            <a:off x="2386584" y="2807208"/>
            <a:ext cx="201168" cy="201168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2386584" y="2807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750" dirty="0"/>
          </a:p>
        </p:txBody>
      </p:sp>
      <p:sp>
        <p:nvSpPr>
          <p:cNvPr id="45" name="Text 34"/>
          <p:cNvSpPr/>
          <p:nvPr/>
        </p:nvSpPr>
        <p:spPr>
          <a:xfrm>
            <a:off x="1097280" y="400507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6" name="Text 35"/>
          <p:cNvSpPr/>
          <p:nvPr/>
        </p:nvSpPr>
        <p:spPr>
          <a:xfrm>
            <a:off x="1097280" y="44165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:5173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667512" y="4549140"/>
            <a:ext cx="429768" cy="0"/>
          </a:xfrm>
          <a:prstGeom prst="line">
            <a:avLst/>
          </a:prstGeom>
          <a:noFill/>
          <a:ln w="31750">
            <a:solidFill>
              <a:srgbClr val="212121"/>
            </a:solidFill>
            <a:prstDash val="solid"/>
            <a:tailEnd type="open"/>
          </a:ln>
        </p:spPr>
      </p:sp>
      <p:sp>
        <p:nvSpPr>
          <p:cNvPr id="48" name="Text 37"/>
          <p:cNvSpPr/>
          <p:nvPr/>
        </p:nvSpPr>
        <p:spPr>
          <a:xfrm>
            <a:off x="608076" y="43845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50" dirty="0"/>
          </a:p>
        </p:txBody>
      </p:sp>
      <p:sp>
        <p:nvSpPr>
          <p:cNvPr id="49" name="Shape 38"/>
          <p:cNvSpPr/>
          <p:nvPr/>
        </p:nvSpPr>
        <p:spPr>
          <a:xfrm>
            <a:off x="2962656" y="26334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31750">
            <a:solidFill>
              <a:srgbClr val="0096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3054096" y="2724912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3054096" y="27249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00" dirty="0"/>
          </a:p>
        </p:txBody>
      </p:sp>
      <p:sp>
        <p:nvSpPr>
          <p:cNvPr id="52" name="Text 41"/>
          <p:cNvSpPr/>
          <p:nvPr/>
        </p:nvSpPr>
        <p:spPr>
          <a:xfrm>
            <a:off x="3831336" y="2724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3831336" y="29992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3072384" y="3291840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3072384" y="329184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/api/osrm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3072384" y="3776472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072384" y="3776472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/api/otp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3072384" y="4261104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3072384" y="4261104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/api/gtfs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3072384" y="474573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3072384" y="474573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4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/api/lpmc</a:t>
            </a:r>
            <a:endParaRPr lang="en-US" sz="950" dirty="0"/>
          </a:p>
        </p:txBody>
      </p:sp>
      <p:sp>
        <p:nvSpPr>
          <p:cNvPr id="62" name="Shape 51"/>
          <p:cNvSpPr/>
          <p:nvPr/>
        </p:nvSpPr>
        <p:spPr>
          <a:xfrm>
            <a:off x="2670048" y="4325112"/>
            <a:ext cx="292608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tailEnd type="open"/>
          </a:ln>
        </p:spPr>
      </p:sp>
      <p:sp>
        <p:nvSpPr>
          <p:cNvPr id="63" name="Text 52"/>
          <p:cNvSpPr/>
          <p:nvPr/>
        </p:nvSpPr>
        <p:spPr>
          <a:xfrm>
            <a:off x="2404872" y="41605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</a:t>
            </a:r>
            <a:endParaRPr lang="en-US" sz="750" dirty="0"/>
          </a:p>
        </p:txBody>
      </p:sp>
      <p:sp>
        <p:nvSpPr>
          <p:cNvPr id="64" name="Shape 53"/>
          <p:cNvSpPr/>
          <p:nvPr/>
        </p:nvSpPr>
        <p:spPr>
          <a:xfrm>
            <a:off x="7031736" y="2724912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555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3176" y="2798064"/>
            <a:ext cx="292608" cy="292608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7488936" y="28072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osrm-car</a:t>
            </a:r>
            <a:endParaRPr lang="en-US" sz="1100" dirty="0"/>
          </a:p>
        </p:txBody>
      </p:sp>
      <p:sp>
        <p:nvSpPr>
          <p:cNvPr id="67" name="Text 55"/>
          <p:cNvSpPr/>
          <p:nvPr/>
        </p:nvSpPr>
        <p:spPr>
          <a:xfrm>
            <a:off x="7123176" y="322783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900" dirty="0"/>
          </a:p>
        </p:txBody>
      </p:sp>
      <p:sp>
        <p:nvSpPr>
          <p:cNvPr id="68" name="Shape 56"/>
          <p:cNvSpPr/>
          <p:nvPr/>
        </p:nvSpPr>
        <p:spPr>
          <a:xfrm>
            <a:off x="7031736" y="3776472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555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23176" y="3849624"/>
            <a:ext cx="292608" cy="292608"/>
          </a:xfrm>
          <a:prstGeom prst="rect">
            <a:avLst/>
          </a:prstGeom>
        </p:spPr>
      </p:pic>
      <p:sp>
        <p:nvSpPr>
          <p:cNvPr id="70" name="Text 57"/>
          <p:cNvSpPr/>
          <p:nvPr/>
        </p:nvSpPr>
        <p:spPr>
          <a:xfrm>
            <a:off x="7488936" y="38587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osrm-bike</a:t>
            </a:r>
            <a:endParaRPr lang="en-US" sz="1100" dirty="0"/>
          </a:p>
        </p:txBody>
      </p:sp>
      <p:sp>
        <p:nvSpPr>
          <p:cNvPr id="71" name="Text 58"/>
          <p:cNvSpPr/>
          <p:nvPr/>
        </p:nvSpPr>
        <p:spPr>
          <a:xfrm>
            <a:off x="7123176" y="427939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00" dirty="0"/>
          </a:p>
        </p:txBody>
      </p:sp>
      <p:sp>
        <p:nvSpPr>
          <p:cNvPr id="72" name="Shape 59"/>
          <p:cNvSpPr/>
          <p:nvPr/>
        </p:nvSpPr>
        <p:spPr>
          <a:xfrm>
            <a:off x="7031736" y="4828032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555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23176" y="4901184"/>
            <a:ext cx="292608" cy="292608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7488936" y="49103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osrm-foot</a:t>
            </a:r>
            <a:endParaRPr lang="en-US" sz="1100" dirty="0"/>
          </a:p>
        </p:txBody>
      </p:sp>
      <p:sp>
        <p:nvSpPr>
          <p:cNvPr id="75" name="Text 61"/>
          <p:cNvSpPr/>
          <p:nvPr/>
        </p:nvSpPr>
        <p:spPr>
          <a:xfrm>
            <a:off x="7123176" y="533095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:5002</a:t>
            </a:r>
            <a:endParaRPr lang="en-US" sz="900" dirty="0"/>
          </a:p>
        </p:txBody>
      </p:sp>
      <p:sp>
        <p:nvSpPr>
          <p:cNvPr id="76" name="Shape 62"/>
          <p:cNvSpPr/>
          <p:nvPr/>
        </p:nvSpPr>
        <p:spPr>
          <a:xfrm>
            <a:off x="9281160" y="2724912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Shape 63"/>
          <p:cNvSpPr/>
          <p:nvPr/>
        </p:nvSpPr>
        <p:spPr>
          <a:xfrm>
            <a:off x="9372600" y="2816352"/>
            <a:ext cx="502920" cy="256032"/>
          </a:xfrm>
          <a:prstGeom prst="roundRect">
            <a:avLst>
              <a:gd name="adj" fmla="val 17857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78" name="Text 64"/>
          <p:cNvSpPr/>
          <p:nvPr/>
        </p:nvSpPr>
        <p:spPr>
          <a:xfrm>
            <a:off x="9372600" y="28163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pic>
        <p:nvPicPr>
          <p:cNvPr id="7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25912" y="2798064"/>
            <a:ext cx="292608" cy="292608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9281160" y="3776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1400" dirty="0"/>
          </a:p>
        </p:txBody>
      </p:sp>
      <p:sp>
        <p:nvSpPr>
          <p:cNvPr id="81" name="Text 66"/>
          <p:cNvSpPr/>
          <p:nvPr/>
        </p:nvSpPr>
        <p:spPr>
          <a:xfrm>
            <a:off x="928116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82" name="Shape 67"/>
          <p:cNvSpPr/>
          <p:nvPr/>
        </p:nvSpPr>
        <p:spPr>
          <a:xfrm>
            <a:off x="5797296" y="3474720"/>
            <a:ext cx="566928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6364224" y="3474720"/>
            <a:ext cx="0" cy="1787652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6364224" y="3159252"/>
            <a:ext cx="667512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  <a:tailEnd type="open"/>
          </a:ln>
        </p:spPr>
      </p:sp>
      <p:sp>
        <p:nvSpPr>
          <p:cNvPr id="85" name="Shape 70"/>
          <p:cNvSpPr/>
          <p:nvPr/>
        </p:nvSpPr>
        <p:spPr>
          <a:xfrm>
            <a:off x="6364224" y="4210812"/>
            <a:ext cx="667512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  <a:tailEnd type="open"/>
          </a:ln>
        </p:spPr>
      </p:sp>
      <p:sp>
        <p:nvSpPr>
          <p:cNvPr id="86" name="Shape 71"/>
          <p:cNvSpPr/>
          <p:nvPr/>
        </p:nvSpPr>
        <p:spPr>
          <a:xfrm>
            <a:off x="6364224" y="5262372"/>
            <a:ext cx="667512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  <a:tailEnd type="open"/>
          </a:ln>
        </p:spPr>
      </p:sp>
      <p:sp>
        <p:nvSpPr>
          <p:cNvPr id="87" name="Shape 72"/>
          <p:cNvSpPr/>
          <p:nvPr/>
        </p:nvSpPr>
        <p:spPr>
          <a:xfrm>
            <a:off x="5797296" y="3959352"/>
            <a:ext cx="566928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6364224" y="3159252"/>
            <a:ext cx="0" cy="80010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6364224" y="4233672"/>
            <a:ext cx="2916936" cy="0"/>
          </a:xfrm>
          <a:prstGeom prst="line">
            <a:avLst/>
          </a:prstGeom>
          <a:noFill/>
          <a:ln w="22860">
            <a:solidFill>
              <a:srgbClr val="1565C0"/>
            </a:solidFill>
            <a:prstDash val="solid"/>
            <a:tailEnd type="open"/>
          </a:ln>
        </p:spPr>
      </p:sp>
      <p:sp>
        <p:nvSpPr>
          <p:cNvPr id="90" name="Shape 75"/>
          <p:cNvSpPr/>
          <p:nvPr/>
        </p:nvSpPr>
        <p:spPr>
          <a:xfrm>
            <a:off x="5843016" y="4800600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1" name="Text 76"/>
          <p:cNvSpPr/>
          <p:nvPr/>
        </p:nvSpPr>
        <p:spPr>
          <a:xfrm>
            <a:off x="5843016" y="4800600"/>
            <a:ext cx="475488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550" dirty="0"/>
          </a:p>
          <a:p>
            <a:pPr algn="ctr" indent="0" marL="0">
              <a:buNone/>
            </a:pPr>
            <a:r>
              <a:rPr lang="en-US" sz="5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.gather</a:t>
            </a:r>
            <a:endParaRPr lang="en-US" sz="550" dirty="0"/>
          </a:p>
        </p:txBody>
      </p:sp>
      <p:sp>
        <p:nvSpPr>
          <p:cNvPr id="92" name="Shape 77"/>
          <p:cNvSpPr/>
          <p:nvPr/>
        </p:nvSpPr>
        <p:spPr>
          <a:xfrm>
            <a:off x="8028432" y="2048256"/>
            <a:ext cx="914" cy="237744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93" name="Text 78"/>
          <p:cNvSpPr/>
          <p:nvPr/>
        </p:nvSpPr>
        <p:spPr>
          <a:xfrm>
            <a:off x="7525512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Docker</a:t>
            </a:r>
            <a:endParaRPr lang="en-US" sz="700" dirty="0"/>
          </a:p>
        </p:txBody>
      </p:sp>
      <p:sp>
        <p:nvSpPr>
          <p:cNvPr id="94" name="Shape 79"/>
          <p:cNvSpPr/>
          <p:nvPr/>
        </p:nvSpPr>
        <p:spPr>
          <a:xfrm>
            <a:off x="4379976" y="2048256"/>
            <a:ext cx="1312164" cy="237744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95" name="Text 80"/>
          <p:cNvSpPr/>
          <p:nvPr/>
        </p:nvSpPr>
        <p:spPr>
          <a:xfrm>
            <a:off x="453313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disco</a:t>
            </a:r>
            <a:endParaRPr lang="en-US" sz="700" dirty="0"/>
          </a:p>
        </p:txBody>
      </p:sp>
      <p:sp>
        <p:nvSpPr>
          <p:cNvPr id="96" name="Shape 81"/>
          <p:cNvSpPr/>
          <p:nvPr/>
        </p:nvSpPr>
        <p:spPr>
          <a:xfrm>
            <a:off x="6862572" y="2048256"/>
            <a:ext cx="3332988" cy="237744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97" name="Text 82"/>
          <p:cNvSpPr/>
          <p:nvPr/>
        </p:nvSpPr>
        <p:spPr>
          <a:xfrm>
            <a:off x="8026146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Docker</a:t>
            </a:r>
            <a:endParaRPr lang="en-US" sz="700" dirty="0"/>
          </a:p>
        </p:txBody>
      </p:sp>
      <p:sp>
        <p:nvSpPr>
          <p:cNvPr id="98" name="Shape 83"/>
          <p:cNvSpPr/>
          <p:nvPr/>
        </p:nvSpPr>
        <p:spPr>
          <a:xfrm>
            <a:off x="5088636" y="2048256"/>
            <a:ext cx="5020056" cy="237744"/>
          </a:xfrm>
          <a:prstGeom prst="line">
            <a:avLst/>
          </a:prstGeom>
          <a:noFill/>
          <a:ln w="15240">
            <a:solidFill>
              <a:srgbClr val="888888"/>
            </a:solidFill>
            <a:prstDash val="dash"/>
            <a:tailEnd type="open"/>
          </a:ln>
        </p:spPr>
      </p:sp>
      <p:sp>
        <p:nvSpPr>
          <p:cNvPr id="99" name="Text 84"/>
          <p:cNvSpPr/>
          <p:nvPr/>
        </p:nvSpPr>
        <p:spPr>
          <a:xfrm>
            <a:off x="7095744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disco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2026-04-15T11:13:19Z</dcterms:created>
  <dcterms:modified xsi:type="dcterms:W3CDTF">2026-04-15T11:13:19Z</dcterms:modified>
</cp:coreProperties>
</file>