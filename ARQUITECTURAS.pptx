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260" r:id="rId5"/>
    <p:sldId id="261" r:id="rId6"/>
    <p:sldId id="256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E7"/>
    <a:srgbClr val="F9A825"/>
    <a:srgbClr val="F89939"/>
    <a:srgbClr val="777777"/>
    <a:srgbClr val="EEF4FA"/>
    <a:srgbClr val="417FB1"/>
    <a:srgbClr val="212121"/>
    <a:srgbClr val="013174"/>
    <a:srgbClr val="3188C9"/>
    <a:srgbClr val="D509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3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8875B9-81E3-48EB-AC45-E2B16239D10D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433030-81AC-4058-9907-DF0C1905F7E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567500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FCEDC-C46F-7B2D-E931-4AA7B02CD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64EF9E-BD99-9C0E-D649-9CC9E0AC5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F1585-66BB-ACC0-D609-597E54F950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941C1-0974-90AC-E6C2-4B71376DA2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676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A91A52-315D-880C-1BBC-5FDFFD5822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8A68D77-1D24-831A-0D32-1321396BEC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F75308-33DE-AC31-DA14-BF8273724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B9BE5E-23DA-C564-C19D-97698D3C4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50B544-3410-3B48-51A3-1E853A6B6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83283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E9CAB7-2F63-9C85-4AF6-6E3A9E682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2706E1-EF29-E341-88B3-BE42AD9FC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C23FABA-2D68-48E2-EC72-A300E1EDE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3BCC2B-5D0F-25BC-1642-0D0DF7B1D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1226E9B-0C38-9547-47AB-39F528F03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87051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C08012-3659-7FA5-10A2-92C50E4F6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4E257C2-2D17-D070-F704-12E0BC234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C8BB78-A296-40C9-52D8-B1FDE678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02ACA34-9AE2-6A8B-6FFD-A245FEE82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AD26B53-4C91-E7C0-3FAD-C7C650B72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9395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8D901-BCC4-0DDA-B073-86BDB364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3365C81-E47A-861B-B608-9751FBD2DA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9DC33FC-6080-1E3E-3007-006337335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CD12619-1BF2-2449-895B-28545303F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780498-8829-F5F5-42E1-D8EEBF562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3E9A821-D520-AC01-56D7-134D415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2567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F0D7E2-74D1-E2C6-A596-E6AD2B64D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C06008-2512-5A68-56F4-3F09A0FA4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CAF505-0A7F-D79F-4AE8-4E30900C4E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1368F43-4B85-9BF7-906B-8961CFDEC3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B5B3124-300D-8766-89CD-4EF9B01460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1063BC79-A714-E190-4DDF-48D930700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326F4A-B81C-E158-7F99-7C1A3390E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1F92DAB-4F54-9E9A-58AA-A3B44356D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905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492C37-6702-05C1-BFC6-C24C4C0C11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C457C4A-18E2-4645-5209-EF91E6F18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81FF62E-5282-A4FE-912F-510DDD037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660C620-A65A-5B0E-3737-2594B65B6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932311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0E55A4C-306F-4269-EA27-B2E33A577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97F7518-B5BE-3065-BF9E-92C5B246F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45C95FA-C892-12E5-D4C2-33C3D74B5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732211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F3B81F-5AB8-0265-093B-C8A87203D8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DBBE69-41EF-BC68-1D18-5B75B6EC58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DA37F1C-EAD3-1CF9-B812-590407CA8B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A1D3A75-D619-6D85-BE75-497376A7F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2D464BE-8B12-D655-50A7-D48133179B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A1773AB-5B11-F15A-CB86-F7521CDBA8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1003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49FCCA-204C-F286-4374-C7640C475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C59961F-18D3-F7AB-44FD-0FDA5DF320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2D8D7B-BAC6-CFC4-057C-E8B2AB92D3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2FA478-CCAB-4CA1-A892-7805DCF4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CDCE7E-2B88-79D4-DDC2-B1C9A3657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43CDC45-E6E5-1C77-56F9-35B868D93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37344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50F878-CB75-349F-D759-7E885DB17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8B6A485-E983-8FC0-4B1D-E8C43D4422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C11BA01-BE11-FA83-F50C-9CEE4D947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6E4F805-C55C-28C0-EF19-0F6CA8D80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750F89-7312-BF27-3DCE-CA9DF6C7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62424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260ECB31-2DC8-DE84-4CE7-814A28A9A4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B3DFFB-03CD-8D05-B7C9-3B889F6B92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1521492-A785-FE3A-5742-D55B511CD6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0619E87-3DE5-7829-FA88-3C52C41F2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99FA9C9-04CD-5305-916A-7622E77BD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3299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903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7F1AC58-2A60-18C1-C388-3079A4F01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3B55B94-41F8-D4CA-59BF-D74905A50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CDE39CD-5998-6470-3538-1D961F868A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1F888AD-2037-4E90-B50F-EBB1A322544F}" type="datetimeFigureOut">
              <a:rPr lang="es-ES" smtClean="0"/>
              <a:t>06/05/2026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202270C-1699-54A5-8EAA-4C0FFA174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3D56C1C-0C1B-D170-CADB-A3813521D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CF28D3-A488-4154-B9D0-B3955B357DF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35454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png"/><Relationship Id="rId21" Type="http://schemas.openxmlformats.org/officeDocument/2006/relationships/image" Target="../media/image19.svg"/><Relationship Id="rId34" Type="http://schemas.openxmlformats.org/officeDocument/2006/relationships/image" Target="../media/image32.sv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jpeg"/><Relationship Id="rId33" Type="http://schemas.openxmlformats.org/officeDocument/2006/relationships/image" Target="../media/image31.png"/><Relationship Id="rId38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sv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24" Type="http://schemas.openxmlformats.org/officeDocument/2006/relationships/image" Target="../media/image22.svg"/><Relationship Id="rId32" Type="http://schemas.openxmlformats.org/officeDocument/2006/relationships/image" Target="../media/image30.png"/><Relationship Id="rId37" Type="http://schemas.openxmlformats.org/officeDocument/2006/relationships/image" Target="../media/image35.png"/><Relationship Id="rId40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svg"/><Relationship Id="rId36" Type="http://schemas.openxmlformats.org/officeDocument/2006/relationships/image" Target="../media/image34.jp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jpe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svg"/><Relationship Id="rId35" Type="http://schemas.openxmlformats.org/officeDocument/2006/relationships/image" Target="../media/image33.png"/><Relationship Id="rId8" Type="http://schemas.openxmlformats.org/officeDocument/2006/relationships/image" Target="../media/image6.svg"/><Relationship Id="rId3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8.png"/><Relationship Id="rId18" Type="http://schemas.openxmlformats.org/officeDocument/2006/relationships/image" Target="../media/image42.svg"/><Relationship Id="rId26" Type="http://schemas.openxmlformats.org/officeDocument/2006/relationships/image" Target="../media/image50.png"/><Relationship Id="rId3" Type="http://schemas.openxmlformats.org/officeDocument/2006/relationships/image" Target="../media/image9.svg"/><Relationship Id="rId21" Type="http://schemas.openxmlformats.org/officeDocument/2006/relationships/image" Target="../media/image45.svg"/><Relationship Id="rId7" Type="http://schemas.openxmlformats.org/officeDocument/2006/relationships/image" Target="../media/image14.png"/><Relationship Id="rId12" Type="http://schemas.openxmlformats.org/officeDocument/2006/relationships/image" Target="../media/image7.png"/><Relationship Id="rId17" Type="http://schemas.openxmlformats.org/officeDocument/2006/relationships/image" Target="../media/image41.svg"/><Relationship Id="rId25" Type="http://schemas.openxmlformats.org/officeDocument/2006/relationships/image" Target="../media/image49.sv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0.svg"/><Relationship Id="rId20" Type="http://schemas.openxmlformats.org/officeDocument/2006/relationships/image" Target="../media/image44.svg"/><Relationship Id="rId29" Type="http://schemas.openxmlformats.org/officeDocument/2006/relationships/image" Target="../media/image5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svg"/><Relationship Id="rId11" Type="http://schemas.openxmlformats.org/officeDocument/2006/relationships/image" Target="../media/image36.png"/><Relationship Id="rId24" Type="http://schemas.openxmlformats.org/officeDocument/2006/relationships/image" Target="../media/image48.png"/><Relationship Id="rId5" Type="http://schemas.openxmlformats.org/officeDocument/2006/relationships/image" Target="../media/image18.svg"/><Relationship Id="rId15" Type="http://schemas.openxmlformats.org/officeDocument/2006/relationships/image" Target="../media/image11.png"/><Relationship Id="rId23" Type="http://schemas.openxmlformats.org/officeDocument/2006/relationships/image" Target="../media/image47.png"/><Relationship Id="rId28" Type="http://schemas.openxmlformats.org/officeDocument/2006/relationships/image" Target="../media/image52.png"/><Relationship Id="rId10" Type="http://schemas.openxmlformats.org/officeDocument/2006/relationships/image" Target="../media/image35.png"/><Relationship Id="rId19" Type="http://schemas.openxmlformats.org/officeDocument/2006/relationships/image" Target="../media/image43.svg"/><Relationship Id="rId4" Type="http://schemas.openxmlformats.org/officeDocument/2006/relationships/image" Target="../media/image17.svg"/><Relationship Id="rId9" Type="http://schemas.openxmlformats.org/officeDocument/2006/relationships/image" Target="../media/image16.png"/><Relationship Id="rId14" Type="http://schemas.openxmlformats.org/officeDocument/2006/relationships/image" Target="../media/image39.svg"/><Relationship Id="rId22" Type="http://schemas.openxmlformats.org/officeDocument/2006/relationships/image" Target="../media/image46.svg"/><Relationship Id="rId27" Type="http://schemas.openxmlformats.org/officeDocument/2006/relationships/image" Target="../media/image51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0" name="Grupo 1319">
            <a:extLst>
              <a:ext uri="{FF2B5EF4-FFF2-40B4-BE49-F238E27FC236}">
                <a16:creationId xmlns:a16="http://schemas.microsoft.com/office/drawing/2014/main" id="{7A008E7F-3313-F534-7F31-EC8D8F0D5D7B}"/>
              </a:ext>
            </a:extLst>
          </p:cNvPr>
          <p:cNvGrpSpPr/>
          <p:nvPr/>
        </p:nvGrpSpPr>
        <p:grpSpPr>
          <a:xfrm>
            <a:off x="789855" y="361950"/>
            <a:ext cx="8059456" cy="6407150"/>
            <a:chOff x="840654" y="387350"/>
            <a:chExt cx="8059458" cy="6407150"/>
          </a:xfrm>
        </p:grpSpPr>
        <p:sp>
          <p:nvSpPr>
            <p:cNvPr id="34" name="Shape 25"/>
            <p:cNvSpPr/>
            <p:nvPr/>
          </p:nvSpPr>
          <p:spPr>
            <a:xfrm>
              <a:off x="840654" y="387350"/>
              <a:ext cx="8059458" cy="6407150"/>
            </a:xfrm>
            <a:prstGeom prst="roundRect">
              <a:avLst>
                <a:gd name="adj" fmla="val 2105"/>
              </a:avLst>
            </a:prstGeom>
            <a:solidFill>
              <a:srgbClr val="F0F8FE"/>
            </a:solidFill>
            <a:ln w="25400">
              <a:solidFill>
                <a:srgbClr val="1565C0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97" name="Picture 18" descr="Docker Compose Icon | Dashboard Icons">
              <a:extLst>
                <a:ext uri="{FF2B5EF4-FFF2-40B4-BE49-F238E27FC236}">
                  <a16:creationId xmlns:a16="http://schemas.microsoft.com/office/drawing/2014/main" id="{9E06BCA2-F1BE-276C-D9A9-B518AC7ECF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1703" y="459487"/>
              <a:ext cx="349874" cy="4447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17" name="Text 0">
              <a:extLst>
                <a:ext uri="{FF2B5EF4-FFF2-40B4-BE49-F238E27FC236}">
                  <a16:creationId xmlns:a16="http://schemas.microsoft.com/office/drawing/2014/main" id="{488DF956-ACC5-85FB-7850-7CD61DEC8B26}"/>
                </a:ext>
              </a:extLst>
            </p:cNvPr>
            <p:cNvSpPr/>
            <p:nvPr/>
          </p:nvSpPr>
          <p:spPr>
            <a:xfrm>
              <a:off x="1331374" y="504245"/>
              <a:ext cx="1453576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1565C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docker-compose</a:t>
              </a:r>
              <a:endParaRPr lang="en-US" sz="2000" dirty="0">
                <a:solidFill>
                  <a:srgbClr val="1565C0"/>
                </a:solidFill>
              </a:endParaRPr>
            </a:p>
          </p:txBody>
        </p:sp>
      </p:grpSp>
      <p:grpSp>
        <p:nvGrpSpPr>
          <p:cNvPr id="1319" name="Grupo 1318">
            <a:extLst>
              <a:ext uri="{FF2B5EF4-FFF2-40B4-BE49-F238E27FC236}">
                <a16:creationId xmlns:a16="http://schemas.microsoft.com/office/drawing/2014/main" id="{F97AC939-DE86-557D-1A45-377F8DC122CA}"/>
              </a:ext>
            </a:extLst>
          </p:cNvPr>
          <p:cNvGrpSpPr/>
          <p:nvPr/>
        </p:nvGrpSpPr>
        <p:grpSpPr>
          <a:xfrm>
            <a:off x="9076011" y="366470"/>
            <a:ext cx="3085160" cy="6408394"/>
            <a:chOff x="9065543" y="392401"/>
            <a:chExt cx="2992168" cy="6408394"/>
          </a:xfrm>
        </p:grpSpPr>
        <p:sp>
          <p:nvSpPr>
            <p:cNvPr id="1282" name="Shape 25">
              <a:extLst>
                <a:ext uri="{FF2B5EF4-FFF2-40B4-BE49-F238E27FC236}">
                  <a16:creationId xmlns:a16="http://schemas.microsoft.com/office/drawing/2014/main" id="{BE0DDB90-F744-44FB-15A3-556FC84EAA21}"/>
                </a:ext>
              </a:extLst>
            </p:cNvPr>
            <p:cNvSpPr/>
            <p:nvPr/>
          </p:nvSpPr>
          <p:spPr>
            <a:xfrm>
              <a:off x="9065543" y="392401"/>
              <a:ext cx="2992168" cy="6408394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18" name="Text 0">
              <a:extLst>
                <a:ext uri="{FF2B5EF4-FFF2-40B4-BE49-F238E27FC236}">
                  <a16:creationId xmlns:a16="http://schemas.microsoft.com/office/drawing/2014/main" id="{DBC100CC-11EB-3CDE-DB06-3F346AB77AC5}"/>
                </a:ext>
              </a:extLst>
            </p:cNvPr>
            <p:cNvSpPr/>
            <p:nvPr/>
          </p:nvSpPr>
          <p:spPr>
            <a:xfrm>
              <a:off x="9304647" y="456634"/>
              <a:ext cx="2628273" cy="210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Fuentes de </a:t>
              </a:r>
              <a:r>
                <a:rPr lang="en-US" sz="1600" b="1" dirty="0" err="1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datos</a:t>
              </a:r>
              <a:endParaRPr lang="en-US" sz="2000" dirty="0">
                <a:solidFill>
                  <a:srgbClr val="777777"/>
                </a:solidFill>
              </a:endParaRPr>
            </a:p>
          </p:txBody>
        </p:sp>
      </p:grpSp>
      <p:sp>
        <p:nvSpPr>
          <p:cNvPr id="2" name="Text 0"/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Simulador de Movilidad Urbana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8" name="Text 64"/>
          <p:cNvSpPr/>
          <p:nvPr/>
        </p:nvSpPr>
        <p:spPr>
          <a:xfrm>
            <a:off x="6766561" y="3192263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</a:t>
            </a:r>
            <a:endParaRPr lang="en-US" sz="800" dirty="0"/>
          </a:p>
        </p:txBody>
      </p:sp>
      <p:grpSp>
        <p:nvGrpSpPr>
          <p:cNvPr id="109" name="Grupo 108">
            <a:extLst>
              <a:ext uri="{FF2B5EF4-FFF2-40B4-BE49-F238E27FC236}">
                <a16:creationId xmlns:a16="http://schemas.microsoft.com/office/drawing/2014/main" id="{3D2B78DE-465A-0D29-7E58-93B7C13DED42}"/>
              </a:ext>
            </a:extLst>
          </p:cNvPr>
          <p:cNvGrpSpPr/>
          <p:nvPr/>
        </p:nvGrpSpPr>
        <p:grpSpPr>
          <a:xfrm>
            <a:off x="55402" y="1325377"/>
            <a:ext cx="628685" cy="701852"/>
            <a:chOff x="554019" y="4109670"/>
            <a:chExt cx="628685" cy="701852"/>
          </a:xfrm>
        </p:grpSpPr>
        <p:pic>
          <p:nvPicPr>
            <p:cNvPr id="110" name="Image 8" descr="preencoded.png">
              <a:extLst>
                <a:ext uri="{FF2B5EF4-FFF2-40B4-BE49-F238E27FC236}">
                  <a16:creationId xmlns:a16="http://schemas.microsoft.com/office/drawing/2014/main" id="{4CB219A7-485C-60FC-05FC-F53B6CE7DC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9820" y="4109670"/>
              <a:ext cx="502920" cy="502920"/>
            </a:xfrm>
            <a:prstGeom prst="rect">
              <a:avLst/>
            </a:prstGeom>
          </p:spPr>
        </p:pic>
        <p:sp>
          <p:nvSpPr>
            <p:cNvPr id="111" name="Text 0">
              <a:extLst>
                <a:ext uri="{FF2B5EF4-FFF2-40B4-BE49-F238E27FC236}">
                  <a16:creationId xmlns:a16="http://schemas.microsoft.com/office/drawing/2014/main" id="{59425079-671B-F859-1B4A-A62516F4517E}"/>
                </a:ext>
              </a:extLst>
            </p:cNvPr>
            <p:cNvSpPr/>
            <p:nvPr/>
          </p:nvSpPr>
          <p:spPr>
            <a:xfrm>
              <a:off x="554019" y="4537202"/>
              <a:ext cx="628685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 err="1">
                  <a:solidFill>
                    <a:srgbClr val="42424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Usuario</a:t>
              </a:r>
              <a:endParaRPr lang="en-US" sz="1900" dirty="0">
                <a:solidFill>
                  <a:srgbClr val="424242"/>
                </a:solidFill>
              </a:endParaRPr>
            </a:p>
          </p:txBody>
        </p:sp>
      </p:grpSp>
      <p:cxnSp>
        <p:nvCxnSpPr>
          <p:cNvPr id="1051" name="Conector: angular 1050">
            <a:extLst>
              <a:ext uri="{FF2B5EF4-FFF2-40B4-BE49-F238E27FC236}">
                <a16:creationId xmlns:a16="http://schemas.microsoft.com/office/drawing/2014/main" id="{D5024609-A408-A030-0085-9CB77A13EDDB}"/>
              </a:ext>
            </a:extLst>
          </p:cNvPr>
          <p:cNvCxnSpPr>
            <a:cxnSpLocks/>
            <a:stCxn id="111" idx="2"/>
            <a:endCxn id="40" idx="1"/>
          </p:cNvCxnSpPr>
          <p:nvPr/>
        </p:nvCxnSpPr>
        <p:spPr>
          <a:xfrm rot="16200000" flipH="1">
            <a:off x="-35944" y="2432917"/>
            <a:ext cx="1596063" cy="7846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26" name="Picture 2">
            <a:extLst>
              <a:ext uri="{FF2B5EF4-FFF2-40B4-BE49-F238E27FC236}">
                <a16:creationId xmlns:a16="http://schemas.microsoft.com/office/drawing/2014/main" id="{FDCB4AA8-8718-C5EF-AFB3-F109A1C0A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289" y="2409660"/>
            <a:ext cx="470909" cy="470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323" name="Grupo 1322">
            <a:extLst>
              <a:ext uri="{FF2B5EF4-FFF2-40B4-BE49-F238E27FC236}">
                <a16:creationId xmlns:a16="http://schemas.microsoft.com/office/drawing/2014/main" id="{6B51A140-BBF0-F7B6-9E59-D7EF4C3C6117}"/>
              </a:ext>
            </a:extLst>
          </p:cNvPr>
          <p:cNvGrpSpPr/>
          <p:nvPr/>
        </p:nvGrpSpPr>
        <p:grpSpPr>
          <a:xfrm>
            <a:off x="1154430" y="983476"/>
            <a:ext cx="1463041" cy="5279632"/>
            <a:chOff x="1097280" y="983476"/>
            <a:chExt cx="1463041" cy="5279632"/>
          </a:xfrm>
        </p:grpSpPr>
        <p:sp>
          <p:nvSpPr>
            <p:cNvPr id="40" name="Shape 29"/>
            <p:cNvSpPr/>
            <p:nvPr/>
          </p:nvSpPr>
          <p:spPr>
            <a:xfrm>
              <a:off x="1097280" y="983476"/>
              <a:ext cx="1463040" cy="5279632"/>
            </a:xfrm>
            <a:prstGeom prst="roundRect">
              <a:avLst>
                <a:gd name="adj" fmla="val 4651"/>
              </a:avLst>
            </a:prstGeom>
            <a:solidFill>
              <a:srgbClr val="FFFFFF"/>
            </a:solidFill>
            <a:ln w="31750">
              <a:solidFill>
                <a:srgbClr val="61DAFB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032" name="Imagen 1031">
              <a:extLst>
                <a:ext uri="{FF2B5EF4-FFF2-40B4-BE49-F238E27FC236}">
                  <a16:creationId xmlns:a16="http://schemas.microsoft.com/office/drawing/2014/main" id="{A23E5EC8-223B-67E3-625F-E6247878814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212385" y="3070814"/>
              <a:ext cx="1234975" cy="1187796"/>
            </a:xfrm>
            <a:prstGeom prst="rect">
              <a:avLst/>
            </a:prstGeom>
            <a:ln w="12700">
              <a:noFill/>
            </a:ln>
          </p:spPr>
        </p:pic>
        <p:pic>
          <p:nvPicPr>
            <p:cNvPr id="1048" name="Imagen 1047">
              <a:extLst>
                <a:ext uri="{FF2B5EF4-FFF2-40B4-BE49-F238E27FC236}">
                  <a16:creationId xmlns:a16="http://schemas.microsoft.com/office/drawing/2014/main" id="{4DB1A473-9809-6F0D-7FA1-CEA899C5F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6548" y="4360135"/>
              <a:ext cx="1162530" cy="308494"/>
            </a:xfrm>
            <a:prstGeom prst="rect">
              <a:avLst/>
            </a:prstGeom>
          </p:spPr>
        </p:pic>
        <p:sp>
          <p:nvSpPr>
            <p:cNvPr id="1120" name="Shape 43">
              <a:extLst>
                <a:ext uri="{FF2B5EF4-FFF2-40B4-BE49-F238E27FC236}">
                  <a16:creationId xmlns:a16="http://schemas.microsoft.com/office/drawing/2014/main" id="{6F3ED03A-EFBD-FFD7-77B5-985B497A62BC}"/>
                </a:ext>
              </a:extLst>
            </p:cNvPr>
            <p:cNvSpPr/>
            <p:nvPr/>
          </p:nvSpPr>
          <p:spPr>
            <a:xfrm>
              <a:off x="1097281" y="993647"/>
              <a:ext cx="1463040" cy="662807"/>
            </a:xfrm>
            <a:prstGeom prst="roundRect">
              <a:avLst>
                <a:gd name="adj" fmla="val 10000"/>
              </a:avLst>
            </a:prstGeom>
            <a:solidFill>
              <a:srgbClr val="E2F8FE"/>
            </a:solidFill>
            <a:ln w="19050">
              <a:solidFill>
                <a:srgbClr val="61DAFB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45" name="Text 34"/>
            <p:cNvSpPr/>
            <p:nvPr/>
          </p:nvSpPr>
          <p:spPr>
            <a:xfrm>
              <a:off x="1720596" y="1152090"/>
              <a:ext cx="675132" cy="16986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frontend</a:t>
              </a:r>
              <a:endParaRPr lang="en-US" sz="1400" dirty="0"/>
            </a:p>
          </p:txBody>
        </p:sp>
        <p:sp>
          <p:nvSpPr>
            <p:cNvPr id="46" name="Text 35"/>
            <p:cNvSpPr/>
            <p:nvPr/>
          </p:nvSpPr>
          <p:spPr>
            <a:xfrm>
              <a:off x="1684298" y="1301841"/>
              <a:ext cx="458916" cy="24136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</a:t>
              </a:r>
              <a:r>
                <a:rPr lang="en-US" sz="12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5173</a:t>
              </a:r>
              <a:endParaRPr lang="en-US" sz="900" dirty="0"/>
            </a:p>
          </p:txBody>
        </p:sp>
        <p:pic>
          <p:nvPicPr>
            <p:cNvPr id="124" name="Gráfico 123">
              <a:extLst>
                <a:ext uri="{FF2B5EF4-FFF2-40B4-BE49-F238E27FC236}">
                  <a16:creationId xmlns:a16="http://schemas.microsoft.com/office/drawing/2014/main" id="{E88D62CE-05FB-5477-798E-21D84CFFD6E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91678" y="1119390"/>
              <a:ext cx="451284" cy="408305"/>
            </a:xfrm>
            <a:prstGeom prst="rect">
              <a:avLst/>
            </a:prstGeom>
          </p:spPr>
        </p:pic>
      </p:grpSp>
      <p:cxnSp>
        <p:nvCxnSpPr>
          <p:cNvPr id="1151" name="Conector: angular 1150">
            <a:extLst>
              <a:ext uri="{FF2B5EF4-FFF2-40B4-BE49-F238E27FC236}">
                <a16:creationId xmlns:a16="http://schemas.microsoft.com/office/drawing/2014/main" id="{719AFC47-CA96-8D62-DDCA-111FE4A987F2}"/>
              </a:ext>
            </a:extLst>
          </p:cNvPr>
          <p:cNvCxnSpPr>
            <a:cxnSpLocks/>
            <a:stCxn id="40" idx="3"/>
            <a:endCxn id="49" idx="1"/>
          </p:cNvCxnSpPr>
          <p:nvPr/>
        </p:nvCxnSpPr>
        <p:spPr>
          <a:xfrm>
            <a:off x="2617470" y="3623292"/>
            <a:ext cx="392684" cy="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0" name="Grupo 1289">
            <a:extLst>
              <a:ext uri="{FF2B5EF4-FFF2-40B4-BE49-F238E27FC236}">
                <a16:creationId xmlns:a16="http://schemas.microsoft.com/office/drawing/2014/main" id="{CF026854-3137-7FA3-50FF-3AA5D71F9AD3}"/>
              </a:ext>
            </a:extLst>
          </p:cNvPr>
          <p:cNvGrpSpPr/>
          <p:nvPr/>
        </p:nvGrpSpPr>
        <p:grpSpPr>
          <a:xfrm>
            <a:off x="3010154" y="985829"/>
            <a:ext cx="2221991" cy="5274980"/>
            <a:chOff x="3118104" y="985829"/>
            <a:chExt cx="2221991" cy="5274980"/>
          </a:xfrm>
        </p:grpSpPr>
        <p:grpSp>
          <p:nvGrpSpPr>
            <p:cNvPr id="1289" name="Grupo 1288">
              <a:extLst>
                <a:ext uri="{FF2B5EF4-FFF2-40B4-BE49-F238E27FC236}">
                  <a16:creationId xmlns:a16="http://schemas.microsoft.com/office/drawing/2014/main" id="{C11D3741-8B45-A2A5-282B-A60905B73246}"/>
                </a:ext>
              </a:extLst>
            </p:cNvPr>
            <p:cNvGrpSpPr/>
            <p:nvPr/>
          </p:nvGrpSpPr>
          <p:grpSpPr>
            <a:xfrm>
              <a:off x="3118104" y="985829"/>
              <a:ext cx="2221991" cy="5274980"/>
              <a:chOff x="3118104" y="985829"/>
              <a:chExt cx="2221991" cy="5274980"/>
            </a:xfrm>
          </p:grpSpPr>
          <p:grpSp>
            <p:nvGrpSpPr>
              <p:cNvPr id="1121" name="Grupo 1120">
                <a:extLst>
                  <a:ext uri="{FF2B5EF4-FFF2-40B4-BE49-F238E27FC236}">
                    <a16:creationId xmlns:a16="http://schemas.microsoft.com/office/drawing/2014/main" id="{414E64D2-F679-5F06-41AE-858613A6B9D5}"/>
                  </a:ext>
                </a:extLst>
              </p:cNvPr>
              <p:cNvGrpSpPr/>
              <p:nvPr/>
            </p:nvGrpSpPr>
            <p:grpSpPr>
              <a:xfrm>
                <a:off x="3118104" y="985829"/>
                <a:ext cx="2221991" cy="5274980"/>
                <a:chOff x="2962656" y="2647500"/>
                <a:chExt cx="2377439" cy="3807557"/>
              </a:xfrm>
            </p:grpSpPr>
            <p:sp>
              <p:nvSpPr>
                <p:cNvPr id="49" name="Shape 38"/>
                <p:cNvSpPr/>
                <p:nvPr/>
              </p:nvSpPr>
              <p:spPr>
                <a:xfrm>
                  <a:off x="2962656" y="2647500"/>
                  <a:ext cx="2377439" cy="3807557"/>
                </a:xfrm>
                <a:prstGeom prst="roundRect">
                  <a:avLst>
                    <a:gd name="adj" fmla="val 2581"/>
                  </a:avLst>
                </a:prstGeom>
                <a:solidFill>
                  <a:srgbClr val="FFFFFF"/>
                </a:solidFill>
                <a:ln w="31750">
                  <a:solidFill>
                    <a:srgbClr val="009688"/>
                  </a:solidFill>
                  <a:prstDash val="solid"/>
                </a:ln>
                <a:effectLst>
                  <a:outerShdw blurRad="76200" dist="25400" dir="8100000" algn="bl" rotWithShape="0">
                    <a:srgbClr val="000000">
                      <a:alpha val="10000"/>
                    </a:srgbClr>
                  </a:outerShdw>
                </a:effectLst>
              </p:spPr>
              <p:txBody>
                <a:bodyPr/>
                <a:lstStyle/>
                <a:p>
                  <a:endParaRPr lang="es-ES" dirty="0"/>
                </a:p>
              </p:txBody>
            </p:sp>
            <p:sp>
              <p:nvSpPr>
                <p:cNvPr id="1118" name="Shape 43">
                  <a:extLst>
                    <a:ext uri="{FF2B5EF4-FFF2-40B4-BE49-F238E27FC236}">
                      <a16:creationId xmlns:a16="http://schemas.microsoft.com/office/drawing/2014/main" id="{5E00EF5C-DD56-04D2-ACE9-0D9E33EC678C}"/>
                    </a:ext>
                  </a:extLst>
                </p:cNvPr>
                <p:cNvSpPr/>
                <p:nvPr/>
              </p:nvSpPr>
              <p:spPr>
                <a:xfrm>
                  <a:off x="2962656" y="2648561"/>
                  <a:ext cx="2377439" cy="47754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905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endParaRPr lang="es-ES"/>
                </a:p>
              </p:txBody>
            </p:sp>
          </p:grpSp>
          <p:sp>
            <p:nvSpPr>
              <p:cNvPr id="1104" name="Text 34">
                <a:extLst>
                  <a:ext uri="{FF2B5EF4-FFF2-40B4-BE49-F238E27FC236}">
                    <a16:creationId xmlns:a16="http://schemas.microsoft.com/office/drawing/2014/main" id="{6D2DBD47-E3F0-B0D1-3034-A4A7C10CE2A8}"/>
                  </a:ext>
                </a:extLst>
              </p:cNvPr>
              <p:cNvSpPr/>
              <p:nvPr/>
            </p:nvSpPr>
            <p:spPr>
              <a:xfrm>
                <a:off x="4342010" y="1138937"/>
                <a:ext cx="675132" cy="16986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backend</a:t>
                </a:r>
                <a:endParaRPr lang="en-US" sz="1400" dirty="0"/>
              </a:p>
            </p:txBody>
          </p:sp>
          <p:pic>
            <p:nvPicPr>
              <p:cNvPr id="1123" name="Imagen 1122">
                <a:extLst>
                  <a:ext uri="{FF2B5EF4-FFF2-40B4-BE49-F238E27FC236}">
                    <a16:creationId xmlns:a16="http://schemas.microsoft.com/office/drawing/2014/main" id="{8D9AE540-DEBF-7B99-60F6-695F8E86EB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28228" y="1334547"/>
                <a:ext cx="950579" cy="241673"/>
              </a:xfrm>
              <a:prstGeom prst="rect">
                <a:avLst/>
              </a:prstGeom>
            </p:spPr>
          </p:pic>
          <p:pic>
            <p:nvPicPr>
              <p:cNvPr id="1125" name="Imagen 1124">
                <a:extLst>
                  <a:ext uri="{FF2B5EF4-FFF2-40B4-BE49-F238E27FC236}">
                    <a16:creationId xmlns:a16="http://schemas.microsoft.com/office/drawing/2014/main" id="{0F77217F-036A-BD41-2EC2-48E41099F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58667" y="1066117"/>
                <a:ext cx="247829" cy="249492"/>
              </a:xfrm>
              <a:prstGeom prst="rect">
                <a:avLst/>
              </a:prstGeom>
            </p:spPr>
          </p:pic>
        </p:grpSp>
        <p:sp>
          <p:nvSpPr>
            <p:cNvPr id="54" name="Shape 43"/>
            <p:cNvSpPr/>
            <p:nvPr/>
          </p:nvSpPr>
          <p:spPr>
            <a:xfrm>
              <a:off x="3444240" y="2276589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osrm</a:t>
              </a:r>
              <a:endParaRPr lang="en-US" sz="1600" b="1" dirty="0"/>
            </a:p>
          </p:txBody>
        </p:sp>
        <p:sp>
          <p:nvSpPr>
            <p:cNvPr id="1202" name="Shape 43">
              <a:extLst>
                <a:ext uri="{FF2B5EF4-FFF2-40B4-BE49-F238E27FC236}">
                  <a16:creationId xmlns:a16="http://schemas.microsoft.com/office/drawing/2014/main" id="{63483E9B-1D37-0F18-DE23-DBF4CF9550B4}"/>
                </a:ext>
              </a:extLst>
            </p:cNvPr>
            <p:cNvSpPr/>
            <p:nvPr/>
          </p:nvSpPr>
          <p:spPr>
            <a:xfrm>
              <a:off x="3444240" y="301779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otp</a:t>
              </a:r>
              <a:endParaRPr lang="en-US" sz="1600" b="1" dirty="0"/>
            </a:p>
          </p:txBody>
        </p:sp>
        <p:sp>
          <p:nvSpPr>
            <p:cNvPr id="1203" name="Shape 43">
              <a:extLst>
                <a:ext uri="{FF2B5EF4-FFF2-40B4-BE49-F238E27FC236}">
                  <a16:creationId xmlns:a16="http://schemas.microsoft.com/office/drawing/2014/main" id="{182543CB-0DC0-406C-FEB7-EFFF563484AA}"/>
                </a:ext>
              </a:extLst>
            </p:cNvPr>
            <p:cNvSpPr/>
            <p:nvPr/>
          </p:nvSpPr>
          <p:spPr>
            <a:xfrm>
              <a:off x="3444240" y="3896965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gtfs</a:t>
              </a:r>
              <a:endParaRPr lang="en-US" sz="1600" b="1" dirty="0"/>
            </a:p>
          </p:txBody>
        </p:sp>
        <p:sp>
          <p:nvSpPr>
            <p:cNvPr id="1204" name="Shape 43">
              <a:extLst>
                <a:ext uri="{FF2B5EF4-FFF2-40B4-BE49-F238E27FC236}">
                  <a16:creationId xmlns:a16="http://schemas.microsoft.com/office/drawing/2014/main" id="{77DFE24D-667F-D18C-9A4F-84C54B70A4F5}"/>
                </a:ext>
              </a:extLst>
            </p:cNvPr>
            <p:cNvSpPr/>
            <p:nvPr/>
          </p:nvSpPr>
          <p:spPr>
            <a:xfrm>
              <a:off x="3444240" y="4981384"/>
              <a:ext cx="1584960" cy="332509"/>
            </a:xfrm>
            <a:prstGeom prst="roundRect">
              <a:avLst>
                <a:gd name="adj" fmla="val 10000"/>
              </a:avLst>
            </a:prstGeom>
            <a:solidFill>
              <a:srgbClr val="E8F5E9"/>
            </a:solidFill>
            <a:ln w="12700">
              <a:solidFill>
                <a:srgbClr val="009688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api</a:t>
              </a:r>
              <a:r>
                <a:rPr lang="en-US" sz="1600" b="1" dirty="0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/</a:t>
              </a:r>
              <a:r>
                <a:rPr lang="en-US" sz="1600" b="1" dirty="0" err="1">
                  <a:solidFill>
                    <a:srgbClr val="004D40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lpmc</a:t>
              </a:r>
              <a:endParaRPr lang="en-US" sz="1600" b="1" dirty="0"/>
            </a:p>
          </p:txBody>
        </p:sp>
      </p:grpSp>
      <p:grpSp>
        <p:nvGrpSpPr>
          <p:cNvPr id="1375" name="Grupo 1374">
            <a:extLst>
              <a:ext uri="{FF2B5EF4-FFF2-40B4-BE49-F238E27FC236}">
                <a16:creationId xmlns:a16="http://schemas.microsoft.com/office/drawing/2014/main" id="{56690B56-8D52-156D-1812-2E3B6E446FF1}"/>
              </a:ext>
            </a:extLst>
          </p:cNvPr>
          <p:cNvGrpSpPr/>
          <p:nvPr/>
        </p:nvGrpSpPr>
        <p:grpSpPr>
          <a:xfrm>
            <a:off x="5708658" y="2980099"/>
            <a:ext cx="2946393" cy="411627"/>
            <a:chOff x="5922264" y="3080024"/>
            <a:chExt cx="2947417" cy="411627"/>
          </a:xfrm>
        </p:grpSpPr>
        <p:sp>
          <p:nvSpPr>
            <p:cNvPr id="76" name="Shape 62"/>
            <p:cNvSpPr/>
            <p:nvPr/>
          </p:nvSpPr>
          <p:spPr>
            <a:xfrm>
              <a:off x="5922264" y="3080024"/>
              <a:ext cx="2947417" cy="411627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1194" name="Image 9" descr="Autobús con relleno sólido">
              <a:extLst>
                <a:ext uri="{FF2B5EF4-FFF2-40B4-BE49-F238E27FC236}">
                  <a16:creationId xmlns:a16="http://schemas.microsoft.com/office/drawing/2014/main" id="{AEB0EC52-F453-9AA2-B8FE-4D0D89CBEF2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1195" name="Text 54">
              <a:extLst>
                <a:ext uri="{FF2B5EF4-FFF2-40B4-BE49-F238E27FC236}">
                  <a16:creationId xmlns:a16="http://schemas.microsoft.com/office/drawing/2014/main" id="{455CD551-4A71-0AA9-8C5C-87C220E07A2F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1196" name="Text 55">
              <a:extLst>
                <a:ext uri="{FF2B5EF4-FFF2-40B4-BE49-F238E27FC236}">
                  <a16:creationId xmlns:a16="http://schemas.microsoft.com/office/drawing/2014/main" id="{3076339C-B66B-5E9A-D70E-E1DA6C2EFA06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  <p:pic>
          <p:nvPicPr>
            <p:cNvPr id="1206" name="Gráfico 1205">
              <a:extLst>
                <a:ext uri="{FF2B5EF4-FFF2-40B4-BE49-F238E27FC236}">
                  <a16:creationId xmlns:a16="http://schemas.microsoft.com/office/drawing/2014/main" id="{33A9AD13-3229-32CD-9D88-5658E02580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7231667" y="3132090"/>
              <a:ext cx="302954" cy="302954"/>
            </a:xfrm>
            <a:prstGeom prst="rect">
              <a:avLst/>
            </a:prstGeom>
          </p:spPr>
        </p:pic>
        <p:sp>
          <p:nvSpPr>
            <p:cNvPr id="1207" name="Text 65">
              <a:extLst>
                <a:ext uri="{FF2B5EF4-FFF2-40B4-BE49-F238E27FC236}">
                  <a16:creationId xmlns:a16="http://schemas.microsoft.com/office/drawing/2014/main" id="{040CAA71-31BB-0A01-9B24-1427363E32D2}"/>
                </a:ext>
              </a:extLst>
            </p:cNvPr>
            <p:cNvSpPr/>
            <p:nvPr/>
          </p:nvSpPr>
          <p:spPr>
            <a:xfrm>
              <a:off x="7554205" y="3088997"/>
              <a:ext cx="1312941" cy="25603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OpenTripPlanner</a:t>
              </a:r>
              <a:endParaRPr lang="en-US" sz="1400" dirty="0"/>
            </a:p>
          </p:txBody>
        </p:sp>
        <p:sp>
          <p:nvSpPr>
            <p:cNvPr id="1208" name="Text 55">
              <a:extLst>
                <a:ext uri="{FF2B5EF4-FFF2-40B4-BE49-F238E27FC236}">
                  <a16:creationId xmlns:a16="http://schemas.microsoft.com/office/drawing/2014/main" id="{45B53771-B309-B6E8-70DF-4D68B1E3E29B}"/>
                </a:ext>
              </a:extLst>
            </p:cNvPr>
            <p:cNvSpPr/>
            <p:nvPr/>
          </p:nvSpPr>
          <p:spPr>
            <a:xfrm>
              <a:off x="7523668" y="3281821"/>
              <a:ext cx="1309181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Multimodal Trip Planning</a:t>
              </a:r>
              <a:endParaRPr lang="en-US" sz="900" dirty="0"/>
            </a:p>
          </p:txBody>
        </p:sp>
        <p:pic>
          <p:nvPicPr>
            <p:cNvPr id="1209" name="Imagen 1208">
              <a:extLst>
                <a:ext uri="{FF2B5EF4-FFF2-40B4-BE49-F238E27FC236}">
                  <a16:creationId xmlns:a16="http://schemas.microsoft.com/office/drawing/2014/main" id="{387D0225-EB92-2638-7DBD-A374C21B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52930" y="3164320"/>
              <a:ext cx="280324" cy="280324"/>
            </a:xfrm>
            <a:prstGeom prst="rect">
              <a:avLst/>
            </a:prstGeom>
          </p:spPr>
        </p:pic>
      </p:grpSp>
      <p:cxnSp>
        <p:nvCxnSpPr>
          <p:cNvPr id="1211" name="Conector: angular 1210">
            <a:extLst>
              <a:ext uri="{FF2B5EF4-FFF2-40B4-BE49-F238E27FC236}">
                <a16:creationId xmlns:a16="http://schemas.microsoft.com/office/drawing/2014/main" id="{227EF797-D45F-A827-82BF-F9822DB5768A}"/>
              </a:ext>
            </a:extLst>
          </p:cNvPr>
          <p:cNvCxnSpPr>
            <a:cxnSpLocks/>
            <a:stCxn id="54" idx="3"/>
            <a:endCxn id="1175" idx="1"/>
          </p:cNvCxnSpPr>
          <p:nvPr/>
        </p:nvCxnSpPr>
        <p:spPr>
          <a:xfrm flipV="1">
            <a:off x="4921250" y="1452375"/>
            <a:ext cx="791464" cy="9904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4" name="Conector: angular 1213">
            <a:extLst>
              <a:ext uri="{FF2B5EF4-FFF2-40B4-BE49-F238E27FC236}">
                <a16:creationId xmlns:a16="http://schemas.microsoft.com/office/drawing/2014/main" id="{B84E7531-B459-4437-489B-ABB14FEBA1B5}"/>
              </a:ext>
            </a:extLst>
          </p:cNvPr>
          <p:cNvCxnSpPr>
            <a:cxnSpLocks/>
            <a:stCxn id="54" idx="3"/>
            <a:endCxn id="1160" idx="1"/>
          </p:cNvCxnSpPr>
          <p:nvPr/>
        </p:nvCxnSpPr>
        <p:spPr>
          <a:xfrm flipV="1">
            <a:off x="4921250" y="1941662"/>
            <a:ext cx="787408" cy="50118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7" name="Conector: angular 1216">
            <a:extLst>
              <a:ext uri="{FF2B5EF4-FFF2-40B4-BE49-F238E27FC236}">
                <a16:creationId xmlns:a16="http://schemas.microsoft.com/office/drawing/2014/main" id="{B69D51BA-7627-4F62-77D4-1173FBBD8B0A}"/>
              </a:ext>
            </a:extLst>
          </p:cNvPr>
          <p:cNvCxnSpPr>
            <a:cxnSpLocks/>
            <a:stCxn id="54" idx="3"/>
            <a:endCxn id="1165" idx="1"/>
          </p:cNvCxnSpPr>
          <p:nvPr/>
        </p:nvCxnSpPr>
        <p:spPr>
          <a:xfrm>
            <a:off x="4921250" y="2442844"/>
            <a:ext cx="791464" cy="6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3" name="Conector: angular 1222">
            <a:extLst>
              <a:ext uri="{FF2B5EF4-FFF2-40B4-BE49-F238E27FC236}">
                <a16:creationId xmlns:a16="http://schemas.microsoft.com/office/drawing/2014/main" id="{FB45A8AB-BC86-2202-1ADE-31E0834711DE}"/>
              </a:ext>
            </a:extLst>
          </p:cNvPr>
          <p:cNvCxnSpPr>
            <a:cxnSpLocks/>
            <a:stCxn id="1202" idx="3"/>
            <a:endCxn id="76" idx="1"/>
          </p:cNvCxnSpPr>
          <p:nvPr/>
        </p:nvCxnSpPr>
        <p:spPr>
          <a:xfrm>
            <a:off x="4921250" y="3184049"/>
            <a:ext cx="787408" cy="18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84" name="Grupo 1283">
            <a:extLst>
              <a:ext uri="{FF2B5EF4-FFF2-40B4-BE49-F238E27FC236}">
                <a16:creationId xmlns:a16="http://schemas.microsoft.com/office/drawing/2014/main" id="{C1450A2D-7F90-F8F0-2733-243BF9D66D24}"/>
              </a:ext>
            </a:extLst>
          </p:cNvPr>
          <p:cNvGrpSpPr/>
          <p:nvPr/>
        </p:nvGrpSpPr>
        <p:grpSpPr>
          <a:xfrm>
            <a:off x="6460694" y="785209"/>
            <a:ext cx="2194561" cy="1971505"/>
            <a:chOff x="6675121" y="878829"/>
            <a:chExt cx="2194560" cy="1971505"/>
          </a:xfrm>
        </p:grpSpPr>
        <p:grpSp>
          <p:nvGrpSpPr>
            <p:cNvPr id="1149" name="Grupo 1148">
              <a:extLst>
                <a:ext uri="{FF2B5EF4-FFF2-40B4-BE49-F238E27FC236}">
                  <a16:creationId xmlns:a16="http://schemas.microsoft.com/office/drawing/2014/main" id="{C83282AA-529A-8CE6-A65E-6971A81768DF}"/>
                </a:ext>
              </a:extLst>
            </p:cNvPr>
            <p:cNvGrpSpPr/>
            <p:nvPr/>
          </p:nvGrpSpPr>
          <p:grpSpPr>
            <a:xfrm>
              <a:off x="6675121" y="878829"/>
              <a:ext cx="2194560" cy="1971505"/>
              <a:chOff x="6303331" y="2478589"/>
              <a:chExt cx="2194560" cy="1971505"/>
            </a:xfrm>
          </p:grpSpPr>
          <p:sp>
            <p:nvSpPr>
              <p:cNvPr id="1136" name="Shape 62">
                <a:extLst>
                  <a:ext uri="{FF2B5EF4-FFF2-40B4-BE49-F238E27FC236}">
                    <a16:creationId xmlns:a16="http://schemas.microsoft.com/office/drawing/2014/main" id="{24493472-5FF3-B76C-98B5-765C8D58151C}"/>
                  </a:ext>
                </a:extLst>
              </p:cNvPr>
              <p:cNvSpPr/>
              <p:nvPr/>
            </p:nvSpPr>
            <p:spPr>
              <a:xfrm>
                <a:off x="6303331" y="2478589"/>
                <a:ext cx="2194560" cy="1971505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562C7A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140" name="Text 65">
                <a:extLst>
                  <a:ext uri="{FF2B5EF4-FFF2-40B4-BE49-F238E27FC236}">
                    <a16:creationId xmlns:a16="http://schemas.microsoft.com/office/drawing/2014/main" id="{FDC1BA62-292D-0DB2-BA01-E01E814B3CF1}"/>
                  </a:ext>
                </a:extLst>
              </p:cNvPr>
              <p:cNvSpPr/>
              <p:nvPr/>
            </p:nvSpPr>
            <p:spPr>
              <a:xfrm>
                <a:off x="7212384" y="3324985"/>
                <a:ext cx="1109007" cy="24017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4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osrm</a:t>
                </a:r>
                <a:r>
                  <a:rPr lang="en-US" sz="14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-backend</a:t>
                </a:r>
                <a:endParaRPr lang="en-US" sz="1400" dirty="0"/>
              </a:p>
            </p:txBody>
          </p:sp>
          <p:sp>
            <p:nvSpPr>
              <p:cNvPr id="1141" name="Text 66">
                <a:extLst>
                  <a:ext uri="{FF2B5EF4-FFF2-40B4-BE49-F238E27FC236}">
                    <a16:creationId xmlns:a16="http://schemas.microsoft.com/office/drawing/2014/main" id="{D32D6FE6-1337-2746-5D49-F56B87C92EE8}"/>
                  </a:ext>
                </a:extLst>
              </p:cNvPr>
              <p:cNvSpPr/>
              <p:nvPr/>
            </p:nvSpPr>
            <p:spPr>
              <a:xfrm>
                <a:off x="7596297" y="3492007"/>
                <a:ext cx="368610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:latest</a:t>
                </a:r>
                <a:endParaRPr lang="en-US" sz="900" dirty="0"/>
              </a:p>
            </p:txBody>
          </p:sp>
        </p:grpSp>
        <p:pic>
          <p:nvPicPr>
            <p:cNvPr id="1229" name="Gráfico 1228">
              <a:extLst>
                <a:ext uri="{FF2B5EF4-FFF2-40B4-BE49-F238E27FC236}">
                  <a16:creationId xmlns:a16="http://schemas.microsoft.com/office/drawing/2014/main" id="{400CB61B-CEA0-3FE7-BF34-1D5C2A9567B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6797498" y="955629"/>
              <a:ext cx="966129" cy="325724"/>
            </a:xfrm>
            <a:prstGeom prst="rect">
              <a:avLst/>
            </a:prstGeom>
          </p:spPr>
        </p:pic>
        <p:pic>
          <p:nvPicPr>
            <p:cNvPr id="1230" name="Gráfico 1229" descr="Dirigir dos pines por un camino con relleno sólido">
              <a:extLst>
                <a:ext uri="{FF2B5EF4-FFF2-40B4-BE49-F238E27FC236}">
                  <a16:creationId xmlns:a16="http://schemas.microsoft.com/office/drawing/2014/main" id="{D52B6B6D-F517-6DBB-5133-CF7BA15F15D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8445147" y="934544"/>
              <a:ext cx="346808" cy="346808"/>
            </a:xfrm>
            <a:prstGeom prst="rect">
              <a:avLst/>
            </a:prstGeom>
          </p:spPr>
        </p:pic>
        <p:pic>
          <p:nvPicPr>
            <p:cNvPr id="1231" name="Imagen 1230">
              <a:extLst>
                <a:ext uri="{FF2B5EF4-FFF2-40B4-BE49-F238E27FC236}">
                  <a16:creationId xmlns:a16="http://schemas.microsoft.com/office/drawing/2014/main" id="{595BA362-11A3-0A16-FC00-CA5559A15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94788" y="2271570"/>
              <a:ext cx="368300" cy="368300"/>
            </a:xfrm>
            <a:prstGeom prst="rect">
              <a:avLst/>
            </a:prstGeom>
          </p:spPr>
        </p:pic>
      </p:grpSp>
      <p:grpSp>
        <p:nvGrpSpPr>
          <p:cNvPr id="1279" name="Grupo 1278">
            <a:extLst>
              <a:ext uri="{FF2B5EF4-FFF2-40B4-BE49-F238E27FC236}">
                <a16:creationId xmlns:a16="http://schemas.microsoft.com/office/drawing/2014/main" id="{E88BEE42-6E66-A6E4-2C6A-86814B96CC43}"/>
              </a:ext>
            </a:extLst>
          </p:cNvPr>
          <p:cNvGrpSpPr/>
          <p:nvPr/>
        </p:nvGrpSpPr>
        <p:grpSpPr>
          <a:xfrm>
            <a:off x="6358469" y="4935858"/>
            <a:ext cx="1319103" cy="426102"/>
            <a:chOff x="5684416" y="4598645"/>
            <a:chExt cx="1837799" cy="593653"/>
          </a:xfrm>
        </p:grpSpPr>
        <p:sp>
          <p:nvSpPr>
            <p:cNvPr id="1276" name="Shape 62">
              <a:extLst>
                <a:ext uri="{FF2B5EF4-FFF2-40B4-BE49-F238E27FC236}">
                  <a16:creationId xmlns:a16="http://schemas.microsoft.com/office/drawing/2014/main" id="{F42BDE7C-0C62-A49E-AA65-5DD7D2FBFB29}"/>
                </a:ext>
              </a:extLst>
            </p:cNvPr>
            <p:cNvSpPr/>
            <p:nvPr/>
          </p:nvSpPr>
          <p:spPr>
            <a:xfrm>
              <a:off x="5684416" y="4598645"/>
              <a:ext cx="1837799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7" name="Imagen 1246">
              <a:extLst>
                <a:ext uri="{FF2B5EF4-FFF2-40B4-BE49-F238E27FC236}">
                  <a16:creationId xmlns:a16="http://schemas.microsoft.com/office/drawing/2014/main" id="{EE34D88A-3AB8-3543-055C-543C9AB182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5839336" y="4727859"/>
              <a:ext cx="1517651" cy="319986"/>
            </a:xfrm>
            <a:prstGeom prst="rect">
              <a:avLst/>
            </a:prstGeom>
          </p:spPr>
        </p:pic>
      </p:grpSp>
      <p:grpSp>
        <p:nvGrpSpPr>
          <p:cNvPr id="1278" name="Grupo 1277">
            <a:extLst>
              <a:ext uri="{FF2B5EF4-FFF2-40B4-BE49-F238E27FC236}">
                <a16:creationId xmlns:a16="http://schemas.microsoft.com/office/drawing/2014/main" id="{51EEE49A-F9C7-0B47-8476-76BAEE3AD13F}"/>
              </a:ext>
            </a:extLst>
          </p:cNvPr>
          <p:cNvGrpSpPr/>
          <p:nvPr/>
        </p:nvGrpSpPr>
        <p:grpSpPr>
          <a:xfrm>
            <a:off x="6264565" y="5403322"/>
            <a:ext cx="1545002" cy="666314"/>
            <a:chOff x="7628617" y="5065512"/>
            <a:chExt cx="1892760" cy="816291"/>
          </a:xfrm>
        </p:grpSpPr>
        <p:sp>
          <p:nvSpPr>
            <p:cNvPr id="1277" name="Shape 62">
              <a:extLst>
                <a:ext uri="{FF2B5EF4-FFF2-40B4-BE49-F238E27FC236}">
                  <a16:creationId xmlns:a16="http://schemas.microsoft.com/office/drawing/2014/main" id="{0B19E0BC-701B-4835-05DF-937A6F10FF37}"/>
                </a:ext>
              </a:extLst>
            </p:cNvPr>
            <p:cNvSpPr/>
            <p:nvPr/>
          </p:nvSpPr>
          <p:spPr>
            <a:xfrm>
              <a:off x="7628617" y="5088860"/>
              <a:ext cx="1837799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49" name="Imagen 1248">
              <a:extLst>
                <a:ext uri="{FF2B5EF4-FFF2-40B4-BE49-F238E27FC236}">
                  <a16:creationId xmlns:a16="http://schemas.microsoft.com/office/drawing/2014/main" id="{A423E184-2FF9-DE59-9530-E85D5B6D6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251" name="Imagen 1250">
              <a:extLst>
                <a:ext uri="{FF2B5EF4-FFF2-40B4-BE49-F238E27FC236}">
                  <a16:creationId xmlns:a16="http://schemas.microsoft.com/office/drawing/2014/main" id="{710BB131-5EE8-8ADE-8517-EBAED0E82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174" name="Grupo 1173">
            <a:extLst>
              <a:ext uri="{FF2B5EF4-FFF2-40B4-BE49-F238E27FC236}">
                <a16:creationId xmlns:a16="http://schemas.microsoft.com/office/drawing/2014/main" id="{6528555F-7C88-A56F-90A1-0B38BC86A8C7}"/>
              </a:ext>
            </a:extLst>
          </p:cNvPr>
          <p:cNvGrpSpPr/>
          <p:nvPr/>
        </p:nvGrpSpPr>
        <p:grpSpPr>
          <a:xfrm>
            <a:off x="5712714" y="1257300"/>
            <a:ext cx="1277377" cy="390149"/>
            <a:chOff x="7031736" y="2764531"/>
            <a:chExt cx="1277377" cy="390149"/>
          </a:xfrm>
        </p:grpSpPr>
        <p:sp>
          <p:nvSpPr>
            <p:cNvPr id="1175" name="Shape 53">
              <a:extLst>
                <a:ext uri="{FF2B5EF4-FFF2-40B4-BE49-F238E27FC236}">
                  <a16:creationId xmlns:a16="http://schemas.microsoft.com/office/drawing/2014/main" id="{D67879D9-0711-F444-C7FF-BCA8E70CB1E1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76" name="Image 9" descr="Coche con relleno sólido">
              <a:extLst>
                <a:ext uri="{FF2B5EF4-FFF2-40B4-BE49-F238E27FC236}">
                  <a16:creationId xmlns:a16="http://schemas.microsoft.com/office/drawing/2014/main" id="{C1E35E1F-0ADB-0131-1347-4394CDCB6AF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77" name="Text 54">
              <a:extLst>
                <a:ext uri="{FF2B5EF4-FFF2-40B4-BE49-F238E27FC236}">
                  <a16:creationId xmlns:a16="http://schemas.microsoft.com/office/drawing/2014/main" id="{2E1BD160-3E36-2EE9-5D00-FA5DCC5CB7D7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1178" name="Text 55">
              <a:extLst>
                <a:ext uri="{FF2B5EF4-FFF2-40B4-BE49-F238E27FC236}">
                  <a16:creationId xmlns:a16="http://schemas.microsoft.com/office/drawing/2014/main" id="{DCE2888E-52A2-73C2-E779-775B5CE06E7C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1159" name="Grupo 1158">
            <a:extLst>
              <a:ext uri="{FF2B5EF4-FFF2-40B4-BE49-F238E27FC236}">
                <a16:creationId xmlns:a16="http://schemas.microsoft.com/office/drawing/2014/main" id="{17B1A119-A064-68A6-3FF4-30F737A787B3}"/>
              </a:ext>
            </a:extLst>
          </p:cNvPr>
          <p:cNvGrpSpPr/>
          <p:nvPr/>
        </p:nvGrpSpPr>
        <p:grpSpPr>
          <a:xfrm>
            <a:off x="5708658" y="1736726"/>
            <a:ext cx="1277377" cy="409872"/>
            <a:chOff x="7027680" y="2689310"/>
            <a:chExt cx="1277377" cy="409872"/>
          </a:xfrm>
        </p:grpSpPr>
        <p:sp>
          <p:nvSpPr>
            <p:cNvPr id="1160" name="Shape 53">
              <a:extLst>
                <a:ext uri="{FF2B5EF4-FFF2-40B4-BE49-F238E27FC236}">
                  <a16:creationId xmlns:a16="http://schemas.microsoft.com/office/drawing/2014/main" id="{0A787BC7-3D22-00CF-5514-392FBE379750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1" name="Image 9" descr="Triciclo con relleno sólido">
              <a:extLst>
                <a:ext uri="{FF2B5EF4-FFF2-40B4-BE49-F238E27FC236}">
                  <a16:creationId xmlns:a16="http://schemas.microsoft.com/office/drawing/2014/main" id="{AA9ED68F-0EE7-83AB-0A1F-8D6FC669E4A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1162" name="Text 54">
              <a:extLst>
                <a:ext uri="{FF2B5EF4-FFF2-40B4-BE49-F238E27FC236}">
                  <a16:creationId xmlns:a16="http://schemas.microsoft.com/office/drawing/2014/main" id="{8D47BB63-E8FA-1D52-2630-FBC7E8F7A679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1163" name="Text 55">
              <a:extLst>
                <a:ext uri="{FF2B5EF4-FFF2-40B4-BE49-F238E27FC236}">
                  <a16:creationId xmlns:a16="http://schemas.microsoft.com/office/drawing/2014/main" id="{D9874ADE-72EC-BCE0-AF98-9DDBF5788C7F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1164" name="Grupo 1163">
            <a:extLst>
              <a:ext uri="{FF2B5EF4-FFF2-40B4-BE49-F238E27FC236}">
                <a16:creationId xmlns:a16="http://schemas.microsoft.com/office/drawing/2014/main" id="{BE239616-CB8F-644D-4521-70D8858A1943}"/>
              </a:ext>
            </a:extLst>
          </p:cNvPr>
          <p:cNvGrpSpPr/>
          <p:nvPr/>
        </p:nvGrpSpPr>
        <p:grpSpPr>
          <a:xfrm>
            <a:off x="5712714" y="2241807"/>
            <a:ext cx="1277377" cy="403354"/>
            <a:chOff x="7031736" y="2743054"/>
            <a:chExt cx="1277377" cy="403354"/>
          </a:xfrm>
        </p:grpSpPr>
        <p:sp>
          <p:nvSpPr>
            <p:cNvPr id="1165" name="Shape 53">
              <a:extLst>
                <a:ext uri="{FF2B5EF4-FFF2-40B4-BE49-F238E27FC236}">
                  <a16:creationId xmlns:a16="http://schemas.microsoft.com/office/drawing/2014/main" id="{1DA3E642-1D7D-53EF-3388-D9554678B3B3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166" name="Image 9" descr="Andar con relleno sólido">
              <a:extLst>
                <a:ext uri="{FF2B5EF4-FFF2-40B4-BE49-F238E27FC236}">
                  <a16:creationId xmlns:a16="http://schemas.microsoft.com/office/drawing/2014/main" id="{E5C6E6FB-77B5-935D-F005-9336BBD915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1167" name="Text 54">
              <a:extLst>
                <a:ext uri="{FF2B5EF4-FFF2-40B4-BE49-F238E27FC236}">
                  <a16:creationId xmlns:a16="http://schemas.microsoft.com/office/drawing/2014/main" id="{75B4D57B-FD10-C1BF-AEA7-7AE915AD7B8A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1168" name="Text 55">
              <a:extLst>
                <a:ext uri="{FF2B5EF4-FFF2-40B4-BE49-F238E27FC236}">
                  <a16:creationId xmlns:a16="http://schemas.microsoft.com/office/drawing/2014/main" id="{D8783AB6-6556-076B-808D-502B6A8A633F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16" name="Grupo 1315">
            <a:extLst>
              <a:ext uri="{FF2B5EF4-FFF2-40B4-BE49-F238E27FC236}">
                <a16:creationId xmlns:a16="http://schemas.microsoft.com/office/drawing/2014/main" id="{6EAE1514-9C9A-07E1-985A-0989B00C52D4}"/>
              </a:ext>
            </a:extLst>
          </p:cNvPr>
          <p:cNvGrpSpPr/>
          <p:nvPr/>
        </p:nvGrpSpPr>
        <p:grpSpPr>
          <a:xfrm>
            <a:off x="9485566" y="710738"/>
            <a:ext cx="728798" cy="658257"/>
            <a:chOff x="9639166" y="999274"/>
            <a:chExt cx="728798" cy="658257"/>
          </a:xfrm>
        </p:grpSpPr>
        <p:sp>
          <p:nvSpPr>
            <p:cNvPr id="1315" name="Shape 53">
              <a:extLst>
                <a:ext uri="{FF2B5EF4-FFF2-40B4-BE49-F238E27FC236}">
                  <a16:creationId xmlns:a16="http://schemas.microsoft.com/office/drawing/2014/main" id="{65246BF2-15DE-044C-476C-D32DEDF1006F}"/>
                </a:ext>
              </a:extLst>
            </p:cNvPr>
            <p:cNvSpPr/>
            <p:nvPr/>
          </p:nvSpPr>
          <p:spPr>
            <a:xfrm>
              <a:off x="9639166" y="999274"/>
              <a:ext cx="728798" cy="65825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88BFCC"/>
              </a:solidFill>
              <a:prstDash val="sysDot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10" name="Picture 28" descr="Geofabrik GmbH | CyberForum e.V.">
              <a:extLst>
                <a:ext uri="{FF2B5EF4-FFF2-40B4-BE49-F238E27FC236}">
                  <a16:creationId xmlns:a16="http://schemas.microsoft.com/office/drawing/2014/main" id="{BEE29EDD-589A-ACE5-CF01-E3D43AC39E0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702427" y="1056651"/>
              <a:ext cx="612353" cy="5131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325" name="Conector: angular 1324">
            <a:extLst>
              <a:ext uri="{FF2B5EF4-FFF2-40B4-BE49-F238E27FC236}">
                <a16:creationId xmlns:a16="http://schemas.microsoft.com/office/drawing/2014/main" id="{3C005ADB-FCB7-EB74-5F9E-7A72DBCF22D2}"/>
              </a:ext>
            </a:extLst>
          </p:cNvPr>
          <p:cNvCxnSpPr>
            <a:cxnSpLocks/>
            <a:stCxn id="1315" idx="2"/>
            <a:endCxn id="1312" idx="1"/>
          </p:cNvCxnSpPr>
          <p:nvPr/>
        </p:nvCxnSpPr>
        <p:spPr>
          <a:xfrm rot="16200000" flipH="1">
            <a:off x="10098789" y="1120170"/>
            <a:ext cx="102938" cy="6005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42" name="Grupo 1341">
            <a:extLst>
              <a:ext uri="{FF2B5EF4-FFF2-40B4-BE49-F238E27FC236}">
                <a16:creationId xmlns:a16="http://schemas.microsoft.com/office/drawing/2014/main" id="{0848BB2F-5B98-425C-148A-3753E4263EA4}"/>
              </a:ext>
            </a:extLst>
          </p:cNvPr>
          <p:cNvGrpSpPr/>
          <p:nvPr/>
        </p:nvGrpSpPr>
        <p:grpSpPr>
          <a:xfrm>
            <a:off x="10428962" y="2359219"/>
            <a:ext cx="1479392" cy="559094"/>
            <a:chOff x="9422363" y="2271266"/>
            <a:chExt cx="1388364" cy="504710"/>
          </a:xfrm>
        </p:grpSpPr>
        <p:grpSp>
          <p:nvGrpSpPr>
            <p:cNvPr id="1311" name="Grupo 1310">
              <a:extLst>
                <a:ext uri="{FF2B5EF4-FFF2-40B4-BE49-F238E27FC236}">
                  <a16:creationId xmlns:a16="http://schemas.microsoft.com/office/drawing/2014/main" id="{5EE37449-C923-01B5-5699-AAE4F7844685}"/>
                </a:ext>
              </a:extLst>
            </p:cNvPr>
            <p:cNvGrpSpPr/>
            <p:nvPr/>
          </p:nvGrpSpPr>
          <p:grpSpPr>
            <a:xfrm>
              <a:off x="9422363" y="2271266"/>
              <a:ext cx="1388364" cy="504710"/>
              <a:chOff x="9422363" y="1879902"/>
              <a:chExt cx="1388364" cy="504710"/>
            </a:xfrm>
          </p:grpSpPr>
          <p:sp>
            <p:nvSpPr>
              <p:cNvPr id="1292" name="Shape 8">
                <a:extLst>
                  <a:ext uri="{FF2B5EF4-FFF2-40B4-BE49-F238E27FC236}">
                    <a16:creationId xmlns:a16="http://schemas.microsoft.com/office/drawing/2014/main" id="{32426456-C3A6-3F58-AF01-FB4D76BE4985}"/>
                  </a:ext>
                </a:extLst>
              </p:cNvPr>
              <p:cNvSpPr/>
              <p:nvPr/>
            </p:nvSpPr>
            <p:spPr>
              <a:xfrm>
                <a:off x="9422363" y="1890836"/>
                <a:ext cx="1388364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3" name="Text 9">
                <a:extLst>
                  <a:ext uri="{FF2B5EF4-FFF2-40B4-BE49-F238E27FC236}">
                    <a16:creationId xmlns:a16="http://schemas.microsoft.com/office/drawing/2014/main" id="{1C28AFBF-1718-6F30-C52A-8A89E4B68722}"/>
                  </a:ext>
                </a:extLst>
              </p:cNvPr>
              <p:cNvSpPr/>
              <p:nvPr/>
            </p:nvSpPr>
            <p:spPr>
              <a:xfrm>
                <a:off x="9661906" y="1879902"/>
                <a:ext cx="1114044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Grafos</a:t>
                </a: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OSRM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car / bike / foot</a:t>
                </a:r>
                <a:endParaRPr lang="en-US" sz="850" dirty="0"/>
              </a:p>
            </p:txBody>
          </p:sp>
        </p:grpSp>
        <p:pic>
          <p:nvPicPr>
            <p:cNvPr id="1333" name="Gráfico 1332" descr="Carpeta abierta con relleno sólido">
              <a:extLst>
                <a:ext uri="{FF2B5EF4-FFF2-40B4-BE49-F238E27FC236}">
                  <a16:creationId xmlns:a16="http://schemas.microsoft.com/office/drawing/2014/main" id="{9365AC01-7AFB-ABD8-3CE9-AD7012DD4C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452936" y="2349500"/>
              <a:ext cx="354433" cy="354433"/>
            </a:xfrm>
            <a:prstGeom prst="rect">
              <a:avLst/>
            </a:prstGeom>
          </p:spPr>
        </p:pic>
      </p:grpSp>
      <p:grpSp>
        <p:nvGrpSpPr>
          <p:cNvPr id="1363" name="Grupo 1362">
            <a:extLst>
              <a:ext uri="{FF2B5EF4-FFF2-40B4-BE49-F238E27FC236}">
                <a16:creationId xmlns:a16="http://schemas.microsoft.com/office/drawing/2014/main" id="{87F15972-D097-2788-1907-B0BC9E86A2F3}"/>
              </a:ext>
            </a:extLst>
          </p:cNvPr>
          <p:cNvGrpSpPr/>
          <p:nvPr/>
        </p:nvGrpSpPr>
        <p:grpSpPr>
          <a:xfrm>
            <a:off x="9162804" y="2936730"/>
            <a:ext cx="1051560" cy="493776"/>
            <a:chOff x="9075903" y="2945375"/>
            <a:chExt cx="1051560" cy="493776"/>
          </a:xfrm>
        </p:grpSpPr>
        <p:sp>
          <p:nvSpPr>
            <p:cNvPr id="1300" name="Shape 17">
              <a:extLst>
                <a:ext uri="{FF2B5EF4-FFF2-40B4-BE49-F238E27FC236}">
                  <a16:creationId xmlns:a16="http://schemas.microsoft.com/office/drawing/2014/main" id="{86799E6B-CD87-70A1-5289-C708E7429416}"/>
                </a:ext>
              </a:extLst>
            </p:cNvPr>
            <p:cNvSpPr/>
            <p:nvPr/>
          </p:nvSpPr>
          <p:spPr>
            <a:xfrm>
              <a:off x="9075903" y="2945375"/>
              <a:ext cx="1051560" cy="493776"/>
            </a:xfrm>
            <a:prstGeom prst="roundRect">
              <a:avLst>
                <a:gd name="adj" fmla="val 9259"/>
              </a:avLst>
            </a:prstGeom>
            <a:solidFill>
              <a:srgbClr val="FFFDE7"/>
            </a:solidFill>
            <a:ln w="19050">
              <a:solidFill>
                <a:srgbClr val="F9A825"/>
              </a:solidFill>
              <a:prstDash val="solid"/>
            </a:ln>
          </p:spPr>
          <p:txBody>
            <a:bodyPr/>
            <a:lstStyle/>
            <a:p>
              <a:endParaRPr lang="es-ES"/>
            </a:p>
          </p:txBody>
        </p:sp>
        <p:sp>
          <p:nvSpPr>
            <p:cNvPr id="1301" name="Text 18">
              <a:extLst>
                <a:ext uri="{FF2B5EF4-FFF2-40B4-BE49-F238E27FC236}">
                  <a16:creationId xmlns:a16="http://schemas.microsoft.com/office/drawing/2014/main" id="{B2E964F0-BC31-8CFD-B893-90DF0394F93B}"/>
                </a:ext>
              </a:extLst>
            </p:cNvPr>
            <p:cNvSpPr/>
            <p:nvPr/>
          </p:nvSpPr>
          <p:spPr>
            <a:xfrm>
              <a:off x="9350223" y="2945375"/>
              <a:ext cx="777240" cy="493776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graph.obj</a:t>
              </a:r>
              <a:endParaRPr lang="en-US" sz="1200" dirty="0"/>
            </a:p>
          </p:txBody>
        </p:sp>
        <p:pic>
          <p:nvPicPr>
            <p:cNvPr id="1339" name="Gráfico 1338">
              <a:extLst>
                <a:ext uri="{FF2B5EF4-FFF2-40B4-BE49-F238E27FC236}">
                  <a16:creationId xmlns:a16="http://schemas.microsoft.com/office/drawing/2014/main" id="{5976BDF6-B000-4060-0AE5-F2A85608A3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9125973" y="3031048"/>
              <a:ext cx="322430" cy="322430"/>
            </a:xfrm>
            <a:prstGeom prst="rect">
              <a:avLst/>
            </a:prstGeom>
          </p:spPr>
        </p:pic>
      </p:grpSp>
      <p:grpSp>
        <p:nvGrpSpPr>
          <p:cNvPr id="1430" name="Grupo 1429">
            <a:extLst>
              <a:ext uri="{FF2B5EF4-FFF2-40B4-BE49-F238E27FC236}">
                <a16:creationId xmlns:a16="http://schemas.microsoft.com/office/drawing/2014/main" id="{BF58CF5F-1C77-6214-DD94-5DA7A54EB294}"/>
              </a:ext>
            </a:extLst>
          </p:cNvPr>
          <p:cNvGrpSpPr/>
          <p:nvPr/>
        </p:nvGrpSpPr>
        <p:grpSpPr>
          <a:xfrm>
            <a:off x="7137556" y="3534931"/>
            <a:ext cx="1517494" cy="1052353"/>
            <a:chOff x="6553356" y="3632721"/>
            <a:chExt cx="1517494" cy="1052353"/>
          </a:xfrm>
        </p:grpSpPr>
        <p:sp>
          <p:nvSpPr>
            <p:cNvPr id="1341" name="Shape 62">
              <a:extLst>
                <a:ext uri="{FF2B5EF4-FFF2-40B4-BE49-F238E27FC236}">
                  <a16:creationId xmlns:a16="http://schemas.microsoft.com/office/drawing/2014/main" id="{E9284FD2-3DC5-ABCF-0FDC-AC70076F5355}"/>
                </a:ext>
              </a:extLst>
            </p:cNvPr>
            <p:cNvSpPr/>
            <p:nvPr/>
          </p:nvSpPr>
          <p:spPr>
            <a:xfrm>
              <a:off x="6553356" y="3632721"/>
              <a:ext cx="1517494" cy="10523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9A82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275" name="Picture 26" descr="Líneas de autobús">
              <a:extLst>
                <a:ext uri="{FF2B5EF4-FFF2-40B4-BE49-F238E27FC236}">
                  <a16:creationId xmlns:a16="http://schemas.microsoft.com/office/drawing/2014/main" id="{279AC9E8-ABF4-77BD-F9C5-82329DD0F2D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612510" y="3649962"/>
              <a:ext cx="1399186" cy="989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46" name="Grupo 1345">
            <a:extLst>
              <a:ext uri="{FF2B5EF4-FFF2-40B4-BE49-F238E27FC236}">
                <a16:creationId xmlns:a16="http://schemas.microsoft.com/office/drawing/2014/main" id="{F099E8FA-E5E5-8AC1-B632-B89D6F3BC431}"/>
              </a:ext>
            </a:extLst>
          </p:cNvPr>
          <p:cNvGrpSpPr/>
          <p:nvPr/>
        </p:nvGrpSpPr>
        <p:grpSpPr>
          <a:xfrm>
            <a:off x="10450552" y="825044"/>
            <a:ext cx="1434083" cy="1293777"/>
            <a:chOff x="9433309" y="976093"/>
            <a:chExt cx="1434083" cy="1293777"/>
          </a:xfrm>
        </p:grpSpPr>
        <p:grpSp>
          <p:nvGrpSpPr>
            <p:cNvPr id="1314" name="Grupo 1313">
              <a:extLst>
                <a:ext uri="{FF2B5EF4-FFF2-40B4-BE49-F238E27FC236}">
                  <a16:creationId xmlns:a16="http://schemas.microsoft.com/office/drawing/2014/main" id="{BD529822-C67B-BEE7-C1CF-1D22CCA42EBE}"/>
                </a:ext>
              </a:extLst>
            </p:cNvPr>
            <p:cNvGrpSpPr/>
            <p:nvPr/>
          </p:nvGrpSpPr>
          <p:grpSpPr>
            <a:xfrm>
              <a:off x="9433309" y="976093"/>
              <a:ext cx="1434083" cy="1293777"/>
              <a:chOff x="10100087" y="823765"/>
              <a:chExt cx="1646873" cy="1448422"/>
            </a:xfrm>
          </p:grpSpPr>
          <p:sp>
            <p:nvSpPr>
              <p:cNvPr id="1312" name="Shape 53">
                <a:extLst>
                  <a:ext uri="{FF2B5EF4-FFF2-40B4-BE49-F238E27FC236}">
                    <a16:creationId xmlns:a16="http://schemas.microsoft.com/office/drawing/2014/main" id="{2D111141-8E98-4B84-76FD-678F775E3F91}"/>
                  </a:ext>
                </a:extLst>
              </p:cNvPr>
              <p:cNvSpPr/>
              <p:nvPr/>
            </p:nvSpPr>
            <p:spPr>
              <a:xfrm>
                <a:off x="10100087" y="823765"/>
                <a:ext cx="1646873" cy="1448422"/>
              </a:xfrm>
              <a:prstGeom prst="roundRect">
                <a:avLst>
                  <a:gd name="adj" fmla="val 7368"/>
                </a:avLst>
              </a:prstGeom>
              <a:solidFill>
                <a:srgbClr val="FFFFFF"/>
              </a:solidFill>
              <a:ln w="25400">
                <a:solidFill>
                  <a:srgbClr val="777777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313" name="Text 54">
                <a:extLst>
                  <a:ext uri="{FF2B5EF4-FFF2-40B4-BE49-F238E27FC236}">
                    <a16:creationId xmlns:a16="http://schemas.microsoft.com/office/drawing/2014/main" id="{3CCD9161-F465-4E1A-00B2-7DF4ED79587D}"/>
                  </a:ext>
                </a:extLst>
              </p:cNvPr>
              <p:cNvSpPr/>
              <p:nvPr/>
            </p:nvSpPr>
            <p:spPr>
              <a:xfrm>
                <a:off x="10672076" y="1150577"/>
                <a:ext cx="1068202" cy="16808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9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Castilla-La Mancha</a:t>
                </a:r>
                <a:endParaRPr lang="en-US" sz="900" dirty="0"/>
              </a:p>
            </p:txBody>
          </p:sp>
          <p:pic>
            <p:nvPicPr>
              <p:cNvPr id="1234" name="Imagen 1233">
                <a:extLst>
                  <a:ext uri="{FF2B5EF4-FFF2-40B4-BE49-F238E27FC236}">
                    <a16:creationId xmlns:a16="http://schemas.microsoft.com/office/drawing/2014/main" id="{CFB202A3-AEB0-74D8-8DA9-218251B108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161251" y="850955"/>
                <a:ext cx="1445837" cy="481945"/>
              </a:xfrm>
              <a:prstGeom prst="rect">
                <a:avLst/>
              </a:prstGeom>
            </p:spPr>
          </p:pic>
          <p:pic>
            <p:nvPicPr>
              <p:cNvPr id="1233" name="Picture 6">
                <a:extLst>
                  <a:ext uri="{FF2B5EF4-FFF2-40B4-BE49-F238E27FC236}">
                    <a16:creationId xmlns:a16="http://schemas.microsoft.com/office/drawing/2014/main" id="{4A61A3EA-9106-CBEF-1034-5BFBB2BBAF1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510789" y="1331817"/>
                <a:ext cx="746760" cy="7056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344" name="Grupo 1343">
              <a:extLst>
                <a:ext uri="{FF2B5EF4-FFF2-40B4-BE49-F238E27FC236}">
                  <a16:creationId xmlns:a16="http://schemas.microsoft.com/office/drawing/2014/main" id="{5C9FBFA2-2D0B-930A-77E5-5201D8C5044A}"/>
                </a:ext>
              </a:extLst>
            </p:cNvPr>
            <p:cNvGrpSpPr/>
            <p:nvPr/>
          </p:nvGrpSpPr>
          <p:grpSpPr>
            <a:xfrm>
              <a:off x="9681913" y="2004092"/>
              <a:ext cx="891099" cy="228600"/>
              <a:chOff x="9679970" y="2049926"/>
              <a:chExt cx="891099" cy="228600"/>
            </a:xfrm>
          </p:grpSpPr>
          <p:sp>
            <p:nvSpPr>
              <p:cNvPr id="1329" name="Text 66">
                <a:extLst>
                  <a:ext uri="{FF2B5EF4-FFF2-40B4-BE49-F238E27FC236}">
                    <a16:creationId xmlns:a16="http://schemas.microsoft.com/office/drawing/2014/main" id="{7214F0F3-5F29-B74D-B524-36AF40A4D624}"/>
                  </a:ext>
                </a:extLst>
              </p:cNvPr>
              <p:cNvSpPr/>
              <p:nvPr/>
            </p:nvSpPr>
            <p:spPr>
              <a:xfrm>
                <a:off x="9793830" y="2049926"/>
                <a:ext cx="777239" cy="2286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900" dirty="0" err="1">
                    <a:solidFill>
                      <a:srgbClr val="777777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CLM.osm.pbf</a:t>
                </a:r>
                <a:endParaRPr lang="en-US" sz="900" dirty="0">
                  <a:solidFill>
                    <a:srgbClr val="777777"/>
                  </a:solidFill>
                </a:endParaRPr>
              </a:p>
            </p:txBody>
          </p:sp>
          <p:pic>
            <p:nvPicPr>
              <p:cNvPr id="1343" name="Gráfico 1342">
                <a:extLst>
                  <a:ext uri="{FF2B5EF4-FFF2-40B4-BE49-F238E27FC236}">
                    <a16:creationId xmlns:a16="http://schemas.microsoft.com/office/drawing/2014/main" id="{4873CF3A-638B-E36F-1685-D5A0BDF54E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8"/>
                  </a:ext>
                </a:extLst>
              </a:blip>
              <a:stretch>
                <a:fillRect/>
              </a:stretch>
            </p:blipFill>
            <p:spPr>
              <a:xfrm>
                <a:off x="9679970" y="2054422"/>
                <a:ext cx="219608" cy="219608"/>
              </a:xfrm>
              <a:prstGeom prst="rect">
                <a:avLst/>
              </a:prstGeom>
            </p:spPr>
          </p:pic>
        </p:grpSp>
      </p:grpSp>
      <p:cxnSp>
        <p:nvCxnSpPr>
          <p:cNvPr id="1358" name="Conector: angular 1357">
            <a:extLst>
              <a:ext uri="{FF2B5EF4-FFF2-40B4-BE49-F238E27FC236}">
                <a16:creationId xmlns:a16="http://schemas.microsoft.com/office/drawing/2014/main" id="{AD52F993-9B98-44AB-B054-4F29BA89D1CB}"/>
              </a:ext>
            </a:extLst>
          </p:cNvPr>
          <p:cNvCxnSpPr>
            <a:cxnSpLocks/>
            <a:stCxn id="1312" idx="2"/>
            <a:endCxn id="1292" idx="0"/>
          </p:cNvCxnSpPr>
          <p:nvPr/>
        </p:nvCxnSpPr>
        <p:spPr>
          <a:xfrm rot="16200000" flipH="1">
            <a:off x="11041871" y="2244544"/>
            <a:ext cx="252510" cy="106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0" name="Text 55">
            <a:extLst>
              <a:ext uri="{FF2B5EF4-FFF2-40B4-BE49-F238E27FC236}">
                <a16:creationId xmlns:a16="http://schemas.microsoft.com/office/drawing/2014/main" id="{8ED76A47-DE66-3989-5878-A72DF0E005A7}"/>
              </a:ext>
            </a:extLst>
          </p:cNvPr>
          <p:cNvSpPr/>
          <p:nvPr/>
        </p:nvSpPr>
        <p:spPr>
          <a:xfrm>
            <a:off x="11218418" y="2130194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osrm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-extract (×3)</a:t>
            </a:r>
            <a:endParaRPr lang="en-US" sz="900" dirty="0"/>
          </a:p>
        </p:txBody>
      </p:sp>
      <p:cxnSp>
        <p:nvCxnSpPr>
          <p:cNvPr id="1369" name="Conector: angular 1368">
            <a:extLst>
              <a:ext uri="{FF2B5EF4-FFF2-40B4-BE49-F238E27FC236}">
                <a16:creationId xmlns:a16="http://schemas.microsoft.com/office/drawing/2014/main" id="{E9F355F9-A2D8-873E-261A-03AAD181F894}"/>
              </a:ext>
            </a:extLst>
          </p:cNvPr>
          <p:cNvCxnSpPr>
            <a:cxnSpLocks/>
            <a:stCxn id="1292" idx="1"/>
            <a:endCxn id="1136" idx="3"/>
          </p:cNvCxnSpPr>
          <p:nvPr/>
        </p:nvCxnSpPr>
        <p:spPr>
          <a:xfrm rot="10800000">
            <a:off x="8655256" y="1770962"/>
            <a:ext cx="1773707" cy="873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8" name="Shape 53">
            <a:extLst>
              <a:ext uri="{FF2B5EF4-FFF2-40B4-BE49-F238E27FC236}">
                <a16:creationId xmlns:a16="http://schemas.microsoft.com/office/drawing/2014/main" id="{1DEB5A57-D30B-55EC-56AC-58D6F9503E6F}"/>
              </a:ext>
            </a:extLst>
          </p:cNvPr>
          <p:cNvSpPr/>
          <p:nvPr/>
        </p:nvSpPr>
        <p:spPr>
          <a:xfrm>
            <a:off x="10527668" y="4870640"/>
            <a:ext cx="1279851" cy="71269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25400">
            <a:solidFill>
              <a:srgbClr val="3188C9"/>
            </a:solidFill>
            <a:prstDash val="sysDot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cxnSp>
        <p:nvCxnSpPr>
          <p:cNvPr id="1381" name="Conector: angular 1380">
            <a:extLst>
              <a:ext uri="{FF2B5EF4-FFF2-40B4-BE49-F238E27FC236}">
                <a16:creationId xmlns:a16="http://schemas.microsoft.com/office/drawing/2014/main" id="{022F5CE7-5421-2C99-630F-5F90D72B542E}"/>
              </a:ext>
            </a:extLst>
          </p:cNvPr>
          <p:cNvCxnSpPr>
            <a:cxnSpLocks/>
            <a:stCxn id="1292" idx="2"/>
            <a:endCxn id="1300" idx="3"/>
          </p:cNvCxnSpPr>
          <p:nvPr/>
        </p:nvCxnSpPr>
        <p:spPr>
          <a:xfrm rot="5400000">
            <a:off x="10558859" y="2573818"/>
            <a:ext cx="265305" cy="9542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83" name="Grupo 1382">
            <a:extLst>
              <a:ext uri="{FF2B5EF4-FFF2-40B4-BE49-F238E27FC236}">
                <a16:creationId xmlns:a16="http://schemas.microsoft.com/office/drawing/2014/main" id="{4CD3EAB6-BE44-1FD9-D42C-DEF6B206F240}"/>
              </a:ext>
            </a:extLst>
          </p:cNvPr>
          <p:cNvGrpSpPr/>
          <p:nvPr/>
        </p:nvGrpSpPr>
        <p:grpSpPr>
          <a:xfrm>
            <a:off x="10347309" y="3433103"/>
            <a:ext cx="1786667" cy="493776"/>
            <a:chOff x="9176022" y="3895674"/>
            <a:chExt cx="1786667" cy="493776"/>
          </a:xfrm>
        </p:grpSpPr>
        <p:grpSp>
          <p:nvGrpSpPr>
            <p:cNvPr id="1296" name="Grupo 1295">
              <a:extLst>
                <a:ext uri="{FF2B5EF4-FFF2-40B4-BE49-F238E27FC236}">
                  <a16:creationId xmlns:a16="http://schemas.microsoft.com/office/drawing/2014/main" id="{4D7A7039-9E5E-0AA9-F6F9-372C428578FA}"/>
                </a:ext>
              </a:extLst>
            </p:cNvPr>
            <p:cNvGrpSpPr/>
            <p:nvPr/>
          </p:nvGrpSpPr>
          <p:grpSpPr>
            <a:xfrm>
              <a:off x="9176022" y="3895674"/>
              <a:ext cx="1786667" cy="493776"/>
              <a:chOff x="4465066" y="1536192"/>
              <a:chExt cx="1786664" cy="493776"/>
            </a:xfrm>
          </p:grpSpPr>
          <p:sp>
            <p:nvSpPr>
              <p:cNvPr id="1297" name="Shape 13">
                <a:extLst>
                  <a:ext uri="{FF2B5EF4-FFF2-40B4-BE49-F238E27FC236}">
                    <a16:creationId xmlns:a16="http://schemas.microsoft.com/office/drawing/2014/main" id="{B5CA38FC-3204-57E5-35BA-D9DA7D2E9174}"/>
                  </a:ext>
                </a:extLst>
              </p:cNvPr>
              <p:cNvSpPr/>
              <p:nvPr/>
            </p:nvSpPr>
            <p:spPr>
              <a:xfrm>
                <a:off x="4465066" y="1536192"/>
                <a:ext cx="1646009" cy="493776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 dirty="0"/>
              </a:p>
            </p:txBody>
          </p:sp>
          <p:sp>
            <p:nvSpPr>
              <p:cNvPr id="1298" name="Text 14">
                <a:extLst>
                  <a:ext uri="{FF2B5EF4-FFF2-40B4-BE49-F238E27FC236}">
                    <a16:creationId xmlns:a16="http://schemas.microsoft.com/office/drawing/2014/main" id="{83FFC26D-6587-ED19-ABEB-AA1A92BB5811}"/>
                  </a:ext>
                </a:extLst>
              </p:cNvPr>
              <p:cNvSpPr/>
              <p:nvPr/>
            </p:nvSpPr>
            <p:spPr>
              <a:xfrm>
                <a:off x="4739384" y="1536192"/>
                <a:ext cx="1512346" cy="493776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Feed GTFS</a:t>
                </a:r>
                <a:endParaRPr lang="en-US" sz="1200" dirty="0"/>
              </a:p>
              <a:p>
                <a:pPr marL="0" indent="0" algn="ctr">
                  <a:buNone/>
                </a:pPr>
                <a:r>
                  <a:rPr lang="en-US" sz="750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stops.txt · routes.txt · trips.txt</a:t>
                </a:r>
                <a:endParaRPr lang="en-US" sz="850" dirty="0"/>
              </a:p>
            </p:txBody>
          </p:sp>
        </p:grpSp>
        <p:pic>
          <p:nvPicPr>
            <p:cNvPr id="1382" name="Gráfico 1381" descr="Carpeta abierta con relleno sólido">
              <a:extLst>
                <a:ext uri="{FF2B5EF4-FFF2-40B4-BE49-F238E27FC236}">
                  <a16:creationId xmlns:a16="http://schemas.microsoft.com/office/drawing/2014/main" id="{7616DD52-7A49-6F15-6199-54090A7388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9240188" y="3967545"/>
              <a:ext cx="354433" cy="354433"/>
            </a:xfrm>
            <a:prstGeom prst="rect">
              <a:avLst/>
            </a:prstGeom>
          </p:spPr>
        </p:pic>
      </p:grpSp>
      <p:cxnSp>
        <p:nvCxnSpPr>
          <p:cNvPr id="1385" name="Conector: angular 1384">
            <a:extLst>
              <a:ext uri="{FF2B5EF4-FFF2-40B4-BE49-F238E27FC236}">
                <a16:creationId xmlns:a16="http://schemas.microsoft.com/office/drawing/2014/main" id="{D9CE034E-991A-6F12-8FE7-1E16048EEC95}"/>
              </a:ext>
            </a:extLst>
          </p:cNvPr>
          <p:cNvCxnSpPr>
            <a:cxnSpLocks/>
            <a:stCxn id="1297" idx="0"/>
            <a:endCxn id="1300" idx="3"/>
          </p:cNvCxnSpPr>
          <p:nvPr/>
        </p:nvCxnSpPr>
        <p:spPr>
          <a:xfrm rot="16200000" flipV="1">
            <a:off x="10567598" y="2830385"/>
            <a:ext cx="249485" cy="9559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3" name="Conector: angular 1402">
            <a:extLst>
              <a:ext uri="{FF2B5EF4-FFF2-40B4-BE49-F238E27FC236}">
                <a16:creationId xmlns:a16="http://schemas.microsoft.com/office/drawing/2014/main" id="{4B6C229F-0E41-9094-EF45-BE231EDEB1CD}"/>
              </a:ext>
            </a:extLst>
          </p:cNvPr>
          <p:cNvCxnSpPr>
            <a:stCxn id="1297" idx="1"/>
            <a:endCxn id="1341" idx="3"/>
          </p:cNvCxnSpPr>
          <p:nvPr/>
        </p:nvCxnSpPr>
        <p:spPr>
          <a:xfrm rot="10800000" flipV="1">
            <a:off x="8655051" y="3679990"/>
            <a:ext cx="1692259" cy="38111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4" name="Text 55">
            <a:extLst>
              <a:ext uri="{FF2B5EF4-FFF2-40B4-BE49-F238E27FC236}">
                <a16:creationId xmlns:a16="http://schemas.microsoft.com/office/drawing/2014/main" id="{A9E54916-3127-07D9-D5D5-AB11391983C5}"/>
              </a:ext>
            </a:extLst>
          </p:cNvPr>
          <p:cNvSpPr/>
          <p:nvPr/>
        </p:nvSpPr>
        <p:spPr>
          <a:xfrm>
            <a:off x="11033762" y="3080373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build</a:t>
            </a:r>
            <a:endParaRPr lang="en-US" sz="900" dirty="0"/>
          </a:p>
        </p:txBody>
      </p:sp>
      <p:grpSp>
        <p:nvGrpSpPr>
          <p:cNvPr id="1407" name="Grupo 1406">
            <a:extLst>
              <a:ext uri="{FF2B5EF4-FFF2-40B4-BE49-F238E27FC236}">
                <a16:creationId xmlns:a16="http://schemas.microsoft.com/office/drawing/2014/main" id="{E4F64028-5FD2-D605-8D39-B56F294F44C9}"/>
              </a:ext>
            </a:extLst>
          </p:cNvPr>
          <p:cNvGrpSpPr/>
          <p:nvPr/>
        </p:nvGrpSpPr>
        <p:grpSpPr>
          <a:xfrm>
            <a:off x="10472649" y="4143941"/>
            <a:ext cx="1390604" cy="576930"/>
            <a:chOff x="10520612" y="4201091"/>
            <a:chExt cx="1390604" cy="576930"/>
          </a:xfrm>
        </p:grpSpPr>
        <p:sp>
          <p:nvSpPr>
            <p:cNvPr id="1406" name="Shape 53">
              <a:extLst>
                <a:ext uri="{FF2B5EF4-FFF2-40B4-BE49-F238E27FC236}">
                  <a16:creationId xmlns:a16="http://schemas.microsoft.com/office/drawing/2014/main" id="{8352495E-02E4-3616-FBF0-D7CB37E8FAC8}"/>
                </a:ext>
              </a:extLst>
            </p:cNvPr>
            <p:cNvSpPr/>
            <p:nvPr/>
          </p:nvSpPr>
          <p:spPr>
            <a:xfrm>
              <a:off x="10520612" y="4201091"/>
              <a:ext cx="1390604" cy="576930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013174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 anchor="b"/>
            <a:lstStyle/>
            <a:p>
              <a:pPr algn="ctr"/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Bus Urbano Toledo</a:t>
              </a:r>
              <a:endParaRPr lang="en-US" sz="1100" dirty="0"/>
            </a:p>
          </p:txBody>
        </p:sp>
        <p:pic>
          <p:nvPicPr>
            <p:cNvPr id="1198" name="Imagen 1197">
              <a:extLst>
                <a:ext uri="{FF2B5EF4-FFF2-40B4-BE49-F238E27FC236}">
                  <a16:creationId xmlns:a16="http://schemas.microsoft.com/office/drawing/2014/main" id="{5AB3B218-D356-0EE6-8DD9-20467BC570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97627" y="4276227"/>
              <a:ext cx="1286157" cy="211192"/>
            </a:xfrm>
            <a:prstGeom prst="rect">
              <a:avLst/>
            </a:prstGeom>
          </p:spPr>
        </p:pic>
      </p:grpSp>
      <p:cxnSp>
        <p:nvCxnSpPr>
          <p:cNvPr id="1409" name="Conector: angular 1408">
            <a:extLst>
              <a:ext uri="{FF2B5EF4-FFF2-40B4-BE49-F238E27FC236}">
                <a16:creationId xmlns:a16="http://schemas.microsoft.com/office/drawing/2014/main" id="{46E26511-984B-00AB-6184-E2F76374D112}"/>
              </a:ext>
            </a:extLst>
          </p:cNvPr>
          <p:cNvCxnSpPr>
            <a:cxnSpLocks/>
            <a:stCxn id="1406" idx="0"/>
            <a:endCxn id="1297" idx="2"/>
          </p:cNvCxnSpPr>
          <p:nvPr/>
        </p:nvCxnSpPr>
        <p:spPr>
          <a:xfrm rot="5400000" flipH="1" flipV="1">
            <a:off x="11060602" y="4034228"/>
            <a:ext cx="217062" cy="236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5" name="Conector: angular 1414">
            <a:extLst>
              <a:ext uri="{FF2B5EF4-FFF2-40B4-BE49-F238E27FC236}">
                <a16:creationId xmlns:a16="http://schemas.microsoft.com/office/drawing/2014/main" id="{2A69AB01-D83F-510B-97C7-C0CEF76B9D03}"/>
              </a:ext>
            </a:extLst>
          </p:cNvPr>
          <p:cNvCxnSpPr>
            <a:cxnSpLocks/>
            <a:stCxn id="1378" idx="0"/>
            <a:endCxn id="1406" idx="2"/>
          </p:cNvCxnSpPr>
          <p:nvPr/>
        </p:nvCxnSpPr>
        <p:spPr>
          <a:xfrm rot="5400000" flipH="1" flipV="1">
            <a:off x="11092888" y="4795578"/>
            <a:ext cx="149769" cy="3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29" name="Grupo 1428">
            <a:extLst>
              <a:ext uri="{FF2B5EF4-FFF2-40B4-BE49-F238E27FC236}">
                <a16:creationId xmlns:a16="http://schemas.microsoft.com/office/drawing/2014/main" id="{CA83D7D9-669B-EB35-1F89-9806987CBE8A}"/>
              </a:ext>
            </a:extLst>
          </p:cNvPr>
          <p:cNvGrpSpPr/>
          <p:nvPr/>
        </p:nvGrpSpPr>
        <p:grpSpPr>
          <a:xfrm>
            <a:off x="9309314" y="5806782"/>
            <a:ext cx="2764393" cy="922547"/>
            <a:chOff x="9198930" y="5570523"/>
            <a:chExt cx="2764393" cy="922547"/>
          </a:xfrm>
        </p:grpSpPr>
        <p:sp>
          <p:nvSpPr>
            <p:cNvPr id="1424" name="Shape 53">
              <a:extLst>
                <a:ext uri="{FF2B5EF4-FFF2-40B4-BE49-F238E27FC236}">
                  <a16:creationId xmlns:a16="http://schemas.microsoft.com/office/drawing/2014/main" id="{9F648DCD-6933-6447-A906-A2C54535DD73}"/>
                </a:ext>
              </a:extLst>
            </p:cNvPr>
            <p:cNvSpPr/>
            <p:nvPr/>
          </p:nvSpPr>
          <p:spPr>
            <a:xfrm>
              <a:off x="9198930" y="5570523"/>
              <a:ext cx="2593019" cy="747727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777777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sp>
          <p:nvSpPr>
            <p:cNvPr id="1307" name="Text 65">
              <a:extLst>
                <a:ext uri="{FF2B5EF4-FFF2-40B4-BE49-F238E27FC236}">
                  <a16:creationId xmlns:a16="http://schemas.microsoft.com/office/drawing/2014/main" id="{7B464969-0E97-A7D4-6D31-9C2AEB920277}"/>
                </a:ext>
              </a:extLst>
            </p:cNvPr>
            <p:cNvSpPr/>
            <p:nvPr/>
          </p:nvSpPr>
          <p:spPr>
            <a:xfrm>
              <a:off x="9340028" y="5793405"/>
              <a:ext cx="2000279" cy="40423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Dataset LPMC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Hillel et al. 2018 – Londres</a:t>
              </a:r>
              <a:endParaRPr lang="en-US" sz="1400" dirty="0"/>
            </a:p>
          </p:txBody>
        </p:sp>
        <p:pic>
          <p:nvPicPr>
            <p:cNvPr id="1421" name="Gráfico 1420">
              <a:extLst>
                <a:ext uri="{FF2B5EF4-FFF2-40B4-BE49-F238E27FC236}">
                  <a16:creationId xmlns:a16="http://schemas.microsoft.com/office/drawing/2014/main" id="{717BA62C-7EED-0F62-352E-0B9EF6DAFA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tretch>
              <a:fillRect/>
            </a:stretch>
          </p:blipFill>
          <p:spPr>
            <a:xfrm>
              <a:off x="9299220" y="5614625"/>
              <a:ext cx="404234" cy="404234"/>
            </a:xfrm>
            <a:prstGeom prst="rect">
              <a:avLst/>
            </a:prstGeom>
          </p:spPr>
        </p:pic>
        <p:pic>
          <p:nvPicPr>
            <p:cNvPr id="1427" name="Imagen 1426">
              <a:extLst>
                <a:ext uri="{FF2B5EF4-FFF2-40B4-BE49-F238E27FC236}">
                  <a16:creationId xmlns:a16="http://schemas.microsoft.com/office/drawing/2014/main" id="{EB70C60E-BA49-D8FF-5D28-CE10C1839E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417374" y="5947121"/>
              <a:ext cx="545949" cy="545949"/>
            </a:xfrm>
            <a:prstGeom prst="ellipse">
              <a:avLst/>
            </a:prstGeom>
            <a:ln w="19050" cap="rnd">
              <a:solidFill>
                <a:srgbClr val="777777"/>
              </a:solidFill>
            </a:ln>
            <a:effectLst>
              <a:outerShdw blurRad="381000" dist="292100" dir="5400000" sx="-80000" sy="-18000" rotWithShape="0">
                <a:srgbClr val="000000">
                  <a:alpha val="22000"/>
                </a:srgbClr>
              </a:outerShdw>
            </a:effectLst>
          </p:spPr>
        </p:pic>
      </p:grpSp>
      <p:sp>
        <p:nvSpPr>
          <p:cNvPr id="1432" name="Text 55">
            <a:extLst>
              <a:ext uri="{FF2B5EF4-FFF2-40B4-BE49-F238E27FC236}">
                <a16:creationId xmlns:a16="http://schemas.microsoft.com/office/drawing/2014/main" id="{B7B5EB50-63F0-CC04-4064-6ACBA746B88F}"/>
              </a:ext>
            </a:extLst>
          </p:cNvPr>
          <p:cNvSpPr/>
          <p:nvPr/>
        </p:nvSpPr>
        <p:spPr>
          <a:xfrm>
            <a:off x="11167594" y="3920938"/>
            <a:ext cx="899158" cy="2034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 err="1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</a:t>
            </a: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GTFS</a:t>
            </a:r>
            <a:endParaRPr lang="en-US" sz="900" dirty="0"/>
          </a:p>
        </p:txBody>
      </p:sp>
      <p:cxnSp>
        <p:nvCxnSpPr>
          <p:cNvPr id="1434" name="Conector: angular 1433">
            <a:extLst>
              <a:ext uri="{FF2B5EF4-FFF2-40B4-BE49-F238E27FC236}">
                <a16:creationId xmlns:a16="http://schemas.microsoft.com/office/drawing/2014/main" id="{25CD9A89-DBED-FDA3-0BF3-AAD2E3FAC3BF}"/>
              </a:ext>
            </a:extLst>
          </p:cNvPr>
          <p:cNvCxnSpPr>
            <a:stCxn id="1300" idx="1"/>
            <a:endCxn id="76" idx="3"/>
          </p:cNvCxnSpPr>
          <p:nvPr/>
        </p:nvCxnSpPr>
        <p:spPr>
          <a:xfrm rot="10800000" flipV="1">
            <a:off x="8655052" y="3183617"/>
            <a:ext cx="507753" cy="22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7" name="Conector: angular 1436">
            <a:extLst>
              <a:ext uri="{FF2B5EF4-FFF2-40B4-BE49-F238E27FC236}">
                <a16:creationId xmlns:a16="http://schemas.microsoft.com/office/drawing/2014/main" id="{8A9A35A2-2A98-632F-58A5-59CD531195B5}"/>
              </a:ext>
            </a:extLst>
          </p:cNvPr>
          <p:cNvCxnSpPr>
            <a:stCxn id="1203" idx="3"/>
            <a:endCxn id="1341" idx="1"/>
          </p:cNvCxnSpPr>
          <p:nvPr/>
        </p:nvCxnSpPr>
        <p:spPr>
          <a:xfrm flipV="1">
            <a:off x="4921250" y="4061108"/>
            <a:ext cx="2216306" cy="211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2" name="Conector: angular 1441">
            <a:extLst>
              <a:ext uri="{FF2B5EF4-FFF2-40B4-BE49-F238E27FC236}">
                <a16:creationId xmlns:a16="http://schemas.microsoft.com/office/drawing/2014/main" id="{02F3F529-3429-6C32-5A69-1C8E7FF64853}"/>
              </a:ext>
            </a:extLst>
          </p:cNvPr>
          <p:cNvCxnSpPr>
            <a:cxnSpLocks/>
            <a:stCxn id="1204" idx="3"/>
            <a:endCxn id="1280" idx="1"/>
          </p:cNvCxnSpPr>
          <p:nvPr/>
        </p:nvCxnSpPr>
        <p:spPr>
          <a:xfrm>
            <a:off x="4921250" y="5147639"/>
            <a:ext cx="908982" cy="12260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4" name="Conector: angular 1443">
            <a:extLst>
              <a:ext uri="{FF2B5EF4-FFF2-40B4-BE49-F238E27FC236}">
                <a16:creationId xmlns:a16="http://schemas.microsoft.com/office/drawing/2014/main" id="{C35C10B3-B2AF-8284-14F3-5AB793B388D7}"/>
              </a:ext>
            </a:extLst>
          </p:cNvPr>
          <p:cNvCxnSpPr>
            <a:cxnSpLocks/>
            <a:stCxn id="1204" idx="3"/>
            <a:endCxn id="1277" idx="1"/>
          </p:cNvCxnSpPr>
          <p:nvPr/>
        </p:nvCxnSpPr>
        <p:spPr>
          <a:xfrm>
            <a:off x="4921250" y="5147639"/>
            <a:ext cx="1343318" cy="59836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6" name="Conector: angular 1445">
            <a:extLst>
              <a:ext uri="{FF2B5EF4-FFF2-40B4-BE49-F238E27FC236}">
                <a16:creationId xmlns:a16="http://schemas.microsoft.com/office/drawing/2014/main" id="{AE06E733-F617-38F4-D95B-D8A42E61E592}"/>
              </a:ext>
            </a:extLst>
          </p:cNvPr>
          <p:cNvCxnSpPr>
            <a:cxnSpLocks/>
            <a:stCxn id="1204" idx="3"/>
            <a:endCxn id="1276" idx="1"/>
          </p:cNvCxnSpPr>
          <p:nvPr/>
        </p:nvCxnSpPr>
        <p:spPr>
          <a:xfrm>
            <a:off x="4921250" y="5147639"/>
            <a:ext cx="1437219" cy="12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0" name="CuadroTexto 1459">
            <a:extLst>
              <a:ext uri="{FF2B5EF4-FFF2-40B4-BE49-F238E27FC236}">
                <a16:creationId xmlns:a16="http://schemas.microsoft.com/office/drawing/2014/main" id="{47DDC939-B794-2DE6-7A21-D4FD0B47C02F}"/>
              </a:ext>
            </a:extLst>
          </p:cNvPr>
          <p:cNvSpPr txBox="1"/>
          <p:nvPr/>
        </p:nvSpPr>
        <p:spPr>
          <a:xfrm>
            <a:off x="5212564" y="4870640"/>
            <a:ext cx="9921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4D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/predict</a:t>
            </a:r>
            <a:endParaRPr lang="en-US" sz="1200" b="1" dirty="0"/>
          </a:p>
        </p:txBody>
      </p:sp>
      <p:cxnSp>
        <p:nvCxnSpPr>
          <p:cNvPr id="1463" name="Conector: angular 1462">
            <a:extLst>
              <a:ext uri="{FF2B5EF4-FFF2-40B4-BE49-F238E27FC236}">
                <a16:creationId xmlns:a16="http://schemas.microsoft.com/office/drawing/2014/main" id="{BD9CF4A7-B235-B191-8398-7AFFB986F3DC}"/>
              </a:ext>
            </a:extLst>
          </p:cNvPr>
          <p:cNvCxnSpPr>
            <a:cxnSpLocks/>
            <a:stCxn id="1424" idx="1"/>
            <a:endCxn id="1280" idx="3"/>
          </p:cNvCxnSpPr>
          <p:nvPr/>
        </p:nvCxnSpPr>
        <p:spPr>
          <a:xfrm rot="10800000" flipV="1">
            <a:off x="8173568" y="6180645"/>
            <a:ext cx="1135747" cy="193079"/>
          </a:xfrm>
          <a:prstGeom prst="bentConnector3">
            <a:avLst>
              <a:gd name="adj1" fmla="val 6733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7" name="Conector: angular 1466">
            <a:extLst>
              <a:ext uri="{FF2B5EF4-FFF2-40B4-BE49-F238E27FC236}">
                <a16:creationId xmlns:a16="http://schemas.microsoft.com/office/drawing/2014/main" id="{7A603451-107B-502D-C79B-BEC847BD8BB3}"/>
              </a:ext>
            </a:extLst>
          </p:cNvPr>
          <p:cNvCxnSpPr>
            <a:cxnSpLocks/>
            <a:stCxn id="1424" idx="1"/>
            <a:endCxn id="1277" idx="3"/>
          </p:cNvCxnSpPr>
          <p:nvPr/>
        </p:nvCxnSpPr>
        <p:spPr>
          <a:xfrm rot="10800000">
            <a:off x="7764704" y="5746008"/>
            <a:ext cx="1544610" cy="4346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0" name="Conector: angular 1469">
            <a:extLst>
              <a:ext uri="{FF2B5EF4-FFF2-40B4-BE49-F238E27FC236}">
                <a16:creationId xmlns:a16="http://schemas.microsoft.com/office/drawing/2014/main" id="{0457FB2D-9125-F7DD-7887-51945D75DF23}"/>
              </a:ext>
            </a:extLst>
          </p:cNvPr>
          <p:cNvCxnSpPr>
            <a:cxnSpLocks/>
            <a:stCxn id="1424" idx="1"/>
            <a:endCxn id="1276" idx="3"/>
          </p:cNvCxnSpPr>
          <p:nvPr/>
        </p:nvCxnSpPr>
        <p:spPr>
          <a:xfrm rot="10800000">
            <a:off x="7677572" y="5148910"/>
            <a:ext cx="1631742" cy="1031737"/>
          </a:xfrm>
          <a:prstGeom prst="bentConnector3">
            <a:avLst>
              <a:gd name="adj1" fmla="val 468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79" name="Grupo 1478">
            <a:extLst>
              <a:ext uri="{FF2B5EF4-FFF2-40B4-BE49-F238E27FC236}">
                <a16:creationId xmlns:a16="http://schemas.microsoft.com/office/drawing/2014/main" id="{6D87E111-3CF8-DC46-2A5C-103F7BE64BFB}"/>
              </a:ext>
            </a:extLst>
          </p:cNvPr>
          <p:cNvGrpSpPr/>
          <p:nvPr/>
        </p:nvGrpSpPr>
        <p:grpSpPr>
          <a:xfrm>
            <a:off x="1302302" y="1770961"/>
            <a:ext cx="1157025" cy="917972"/>
            <a:chOff x="31695" y="5696712"/>
            <a:chExt cx="1157025" cy="917972"/>
          </a:xfrm>
        </p:grpSpPr>
        <p:pic>
          <p:nvPicPr>
            <p:cNvPr id="1480" name="Imagen 1479">
              <a:extLst>
                <a:ext uri="{FF2B5EF4-FFF2-40B4-BE49-F238E27FC236}">
                  <a16:creationId xmlns:a16="http://schemas.microsoft.com/office/drawing/2014/main" id="{15996519-8D40-4AC4-385A-0F7B3A7C8D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362" y="6047226"/>
              <a:ext cx="237345" cy="237345"/>
            </a:xfrm>
            <a:prstGeom prst="rect">
              <a:avLst/>
            </a:prstGeom>
          </p:spPr>
        </p:pic>
        <p:pic>
          <p:nvPicPr>
            <p:cNvPr id="1481" name="Imagen 1480">
              <a:extLst>
                <a:ext uri="{FF2B5EF4-FFF2-40B4-BE49-F238E27FC236}">
                  <a16:creationId xmlns:a16="http://schemas.microsoft.com/office/drawing/2014/main" id="{C1CA7C1C-7479-3DC3-BBBF-24721235F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51" t="32984" r="5910" b="32342"/>
            <a:stretch>
              <a:fillRect/>
            </a:stretch>
          </p:blipFill>
          <p:spPr>
            <a:xfrm>
              <a:off x="359455" y="6090998"/>
              <a:ext cx="829265" cy="203751"/>
            </a:xfrm>
            <a:prstGeom prst="rect">
              <a:avLst/>
            </a:prstGeom>
          </p:spPr>
        </p:pic>
        <p:pic>
          <p:nvPicPr>
            <p:cNvPr id="1482" name="Gráfico 1481">
              <a:extLst>
                <a:ext uri="{FF2B5EF4-FFF2-40B4-BE49-F238E27FC236}">
                  <a16:creationId xmlns:a16="http://schemas.microsoft.com/office/drawing/2014/main" id="{D5D67EE3-A71C-DE80-6510-51325ED0CF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tretch>
              <a:fillRect/>
            </a:stretch>
          </p:blipFill>
          <p:spPr>
            <a:xfrm>
              <a:off x="68936" y="6353586"/>
              <a:ext cx="264976" cy="261098"/>
            </a:xfrm>
            <a:prstGeom prst="rect">
              <a:avLst/>
            </a:prstGeom>
          </p:spPr>
        </p:pic>
        <p:pic>
          <p:nvPicPr>
            <p:cNvPr id="1483" name="Imagen 1482">
              <a:extLst>
                <a:ext uri="{FF2B5EF4-FFF2-40B4-BE49-F238E27FC236}">
                  <a16:creationId xmlns:a16="http://schemas.microsoft.com/office/drawing/2014/main" id="{6B0228DC-9016-4FEF-1969-3A6BEB1C1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695" y="5696712"/>
              <a:ext cx="853667" cy="287292"/>
            </a:xfrm>
            <a:prstGeom prst="rect">
              <a:avLst/>
            </a:prstGeom>
          </p:spPr>
        </p:pic>
        <p:pic>
          <p:nvPicPr>
            <p:cNvPr id="1484" name="Imagen 1483">
              <a:extLst>
                <a:ext uri="{FF2B5EF4-FFF2-40B4-BE49-F238E27FC236}">
                  <a16:creationId xmlns:a16="http://schemas.microsoft.com/office/drawing/2014/main" id="{4BD91260-58FF-388F-DE23-7E2C59FA5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6704" y="6404372"/>
              <a:ext cx="501181" cy="145079"/>
            </a:xfrm>
            <a:prstGeom prst="rect">
              <a:avLst/>
            </a:prstGeom>
          </p:spPr>
        </p:pic>
      </p:grpSp>
      <p:grpSp>
        <p:nvGrpSpPr>
          <p:cNvPr id="5" name="Grupo 4">
            <a:extLst>
              <a:ext uri="{FF2B5EF4-FFF2-40B4-BE49-F238E27FC236}">
                <a16:creationId xmlns:a16="http://schemas.microsoft.com/office/drawing/2014/main" id="{8FB24DA2-FA18-2CA4-BD77-00E970A5DE54}"/>
              </a:ext>
            </a:extLst>
          </p:cNvPr>
          <p:cNvGrpSpPr/>
          <p:nvPr/>
        </p:nvGrpSpPr>
        <p:grpSpPr>
          <a:xfrm>
            <a:off x="5830232" y="6134559"/>
            <a:ext cx="2343335" cy="478331"/>
            <a:chOff x="5830232" y="6134559"/>
            <a:chExt cx="2343335" cy="478331"/>
          </a:xfrm>
        </p:grpSpPr>
        <p:grpSp>
          <p:nvGrpSpPr>
            <p:cNvPr id="1281" name="Grupo 1280">
              <a:extLst>
                <a:ext uri="{FF2B5EF4-FFF2-40B4-BE49-F238E27FC236}">
                  <a16:creationId xmlns:a16="http://schemas.microsoft.com/office/drawing/2014/main" id="{3FB87F6C-FD08-8E9E-C444-5D4CFCD55A75}"/>
                </a:ext>
              </a:extLst>
            </p:cNvPr>
            <p:cNvGrpSpPr/>
            <p:nvPr/>
          </p:nvGrpSpPr>
          <p:grpSpPr>
            <a:xfrm>
              <a:off x="5830232" y="6134559"/>
              <a:ext cx="2343335" cy="478331"/>
              <a:chOff x="6153150" y="5939599"/>
              <a:chExt cx="2908299" cy="593653"/>
            </a:xfrm>
          </p:grpSpPr>
          <p:sp>
            <p:nvSpPr>
              <p:cNvPr id="1280" name="Shape 62">
                <a:extLst>
                  <a:ext uri="{FF2B5EF4-FFF2-40B4-BE49-F238E27FC236}">
                    <a16:creationId xmlns:a16="http://schemas.microsoft.com/office/drawing/2014/main" id="{11E37F5D-E339-607D-019C-66B567414E19}"/>
                  </a:ext>
                </a:extLst>
              </p:cNvPr>
              <p:cNvSpPr/>
              <p:nvPr/>
            </p:nvSpPr>
            <p:spPr>
              <a:xfrm>
                <a:off x="6153150" y="5939599"/>
                <a:ext cx="2908299" cy="59365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255" name="Imagen 1254">
                <a:extLst>
                  <a:ext uri="{FF2B5EF4-FFF2-40B4-BE49-F238E27FC236}">
                    <a16:creationId xmlns:a16="http://schemas.microsoft.com/office/drawing/2014/main" id="{BFC9576F-EF49-4F30-9C53-4928D14D84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213965" y="5991351"/>
                <a:ext cx="727535" cy="490147"/>
              </a:xfrm>
              <a:prstGeom prst="rect">
                <a:avLst/>
              </a:prstGeom>
            </p:spPr>
          </p:pic>
        </p:grpSp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CFDB16F6-2505-6CE2-11BE-3EC4573B13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7012060" y="6263770"/>
              <a:ext cx="1135748" cy="280366"/>
            </a:xfrm>
            <a:prstGeom prst="rect">
              <a:avLst/>
            </a:prstGeom>
          </p:spPr>
        </p:pic>
      </p:grpSp>
      <p:sp>
        <p:nvSpPr>
          <p:cNvPr id="6" name="Text 35">
            <a:extLst>
              <a:ext uri="{FF2B5EF4-FFF2-40B4-BE49-F238E27FC236}">
                <a16:creationId xmlns:a16="http://schemas.microsoft.com/office/drawing/2014/main" id="{CD6C0FAE-ED43-D3C2-B811-2FCA753667FC}"/>
              </a:ext>
            </a:extLst>
          </p:cNvPr>
          <p:cNvSpPr/>
          <p:nvPr/>
        </p:nvSpPr>
        <p:spPr>
          <a:xfrm>
            <a:off x="4201633" y="1299782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C34747F5-F890-8ACA-5342-8A1BB418536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0546877" y="4882635"/>
            <a:ext cx="1241434" cy="310359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433F1EB2-2400-C4DD-DA16-4335DD2AD2D5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5114" y="5149625"/>
            <a:ext cx="1119232" cy="431853"/>
          </a:xfrm>
          <a:prstGeom prst="rect">
            <a:avLst/>
          </a:prstGeom>
        </p:spPr>
      </p:pic>
      <p:sp>
        <p:nvSpPr>
          <p:cNvPr id="8" name="Text 34">
            <a:extLst>
              <a:ext uri="{FF2B5EF4-FFF2-40B4-BE49-F238E27FC236}">
                <a16:creationId xmlns:a16="http://schemas.microsoft.com/office/drawing/2014/main" id="{B15F765C-BCFE-F8CA-34E2-474EE679A89E}"/>
              </a:ext>
            </a:extLst>
          </p:cNvPr>
          <p:cNvSpPr/>
          <p:nvPr/>
        </p:nvSpPr>
        <p:spPr>
          <a:xfrm>
            <a:off x="6361867" y="6288790"/>
            <a:ext cx="675132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EF5C3-2BBC-53DE-A01C-ADB50AAD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2" name="Shape 25">
            <a:extLst>
              <a:ext uri="{FF2B5EF4-FFF2-40B4-BE49-F238E27FC236}">
                <a16:creationId xmlns:a16="http://schemas.microsoft.com/office/drawing/2014/main" id="{31DB80E7-5F77-762C-9618-5FF852F9A6A5}"/>
              </a:ext>
            </a:extLst>
          </p:cNvPr>
          <p:cNvSpPr/>
          <p:nvPr/>
        </p:nvSpPr>
        <p:spPr>
          <a:xfrm>
            <a:off x="9913676" y="3740415"/>
            <a:ext cx="2210348" cy="2970482"/>
          </a:xfrm>
          <a:prstGeom prst="roundRect">
            <a:avLst>
              <a:gd name="adj" fmla="val 2105"/>
            </a:avLst>
          </a:prstGeom>
          <a:solidFill>
            <a:schemeClr val="bg1">
              <a:lumMod val="95000"/>
            </a:schemeClr>
          </a:solidFill>
          <a:ln w="25400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1078" name="Shape 43">
            <a:extLst>
              <a:ext uri="{FF2B5EF4-FFF2-40B4-BE49-F238E27FC236}">
                <a16:creationId xmlns:a16="http://schemas.microsoft.com/office/drawing/2014/main" id="{EEECE3C0-F08D-6AAE-C7D3-7188CE8C767E}"/>
              </a:ext>
            </a:extLst>
          </p:cNvPr>
          <p:cNvSpPr/>
          <p:nvPr/>
        </p:nvSpPr>
        <p:spPr>
          <a:xfrm>
            <a:off x="9913675" y="3740415"/>
            <a:ext cx="2210348" cy="601033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94" name="Shape 25">
            <a:extLst>
              <a:ext uri="{FF2B5EF4-FFF2-40B4-BE49-F238E27FC236}">
                <a16:creationId xmlns:a16="http://schemas.microsoft.com/office/drawing/2014/main" id="{BA9B0659-66EC-D702-42E6-F7FD6FCCA27B}"/>
              </a:ext>
            </a:extLst>
          </p:cNvPr>
          <p:cNvSpPr/>
          <p:nvPr/>
        </p:nvSpPr>
        <p:spPr>
          <a:xfrm>
            <a:off x="3831191" y="2309433"/>
            <a:ext cx="5614073" cy="777219"/>
          </a:xfrm>
          <a:prstGeom prst="roundRect">
            <a:avLst>
              <a:gd name="adj" fmla="val 2105"/>
            </a:avLst>
          </a:prstGeom>
          <a:solidFill>
            <a:srgbClr val="F0F8FE"/>
          </a:solidFill>
          <a:ln w="25400">
            <a:solidFill>
              <a:srgbClr val="1565C0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50" name="Shape 25">
            <a:extLst>
              <a:ext uri="{FF2B5EF4-FFF2-40B4-BE49-F238E27FC236}">
                <a16:creationId xmlns:a16="http://schemas.microsoft.com/office/drawing/2014/main" id="{5ADFF11D-910F-9721-6EA4-3F10CB23340D}"/>
              </a:ext>
            </a:extLst>
          </p:cNvPr>
          <p:cNvSpPr/>
          <p:nvPr/>
        </p:nvSpPr>
        <p:spPr>
          <a:xfrm>
            <a:off x="454465" y="3569096"/>
            <a:ext cx="4771012" cy="2911674"/>
          </a:xfrm>
          <a:prstGeom prst="roundRect">
            <a:avLst>
              <a:gd name="adj" fmla="val 2105"/>
            </a:avLst>
          </a:prstGeom>
          <a:solidFill>
            <a:srgbClr val="EEF4FA"/>
          </a:solidFill>
          <a:ln w="25400">
            <a:solidFill>
              <a:srgbClr val="417FB1"/>
            </a:solidFill>
            <a:prstDash val="lgDash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11557DC-9F14-509D-486E-F4D7BC1C67D1}"/>
              </a:ext>
            </a:extLst>
          </p:cNvPr>
          <p:cNvSpPr/>
          <p:nvPr/>
        </p:nvSpPr>
        <p:spPr>
          <a:xfrm>
            <a:off x="228600" y="-3048"/>
            <a:ext cx="1170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Inferencia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900" b="1" dirty="0" err="1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</a:t>
            </a:r>
            <a:r>
              <a:rPr lang="en-US" sz="19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Modal</a:t>
            </a:r>
            <a:endParaRPr lang="en-US" sz="19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79660C3-5C67-082E-99F3-093335585812}"/>
              </a:ext>
            </a:extLst>
          </p:cNvPr>
          <p:cNvSpPr/>
          <p:nvPr/>
        </p:nvSpPr>
        <p:spPr>
          <a:xfrm>
            <a:off x="228600" y="276860"/>
            <a:ext cx="1170432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348B8D55-2095-600E-043B-4F3F3D5E1FE1}"/>
              </a:ext>
            </a:extLst>
          </p:cNvPr>
          <p:cNvGrpSpPr/>
          <p:nvPr/>
        </p:nvGrpSpPr>
        <p:grpSpPr>
          <a:xfrm>
            <a:off x="8045019" y="2460210"/>
            <a:ext cx="1277377" cy="381987"/>
            <a:chOff x="5922264" y="3091071"/>
            <a:chExt cx="1277821" cy="381987"/>
          </a:xfrm>
        </p:grpSpPr>
        <p:sp>
          <p:nvSpPr>
            <p:cNvPr id="20" name="Shape 62">
              <a:extLst>
                <a:ext uri="{FF2B5EF4-FFF2-40B4-BE49-F238E27FC236}">
                  <a16:creationId xmlns:a16="http://schemas.microsoft.com/office/drawing/2014/main" id="{BAA6CB31-A483-3368-C453-C75CE3B9B219}"/>
                </a:ext>
              </a:extLst>
            </p:cNvPr>
            <p:cNvSpPr/>
            <p:nvPr/>
          </p:nvSpPr>
          <p:spPr>
            <a:xfrm>
              <a:off x="5922264" y="3091071"/>
              <a:ext cx="1277821" cy="38193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F57C00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/>
            </a:p>
          </p:txBody>
        </p:sp>
        <p:pic>
          <p:nvPicPr>
            <p:cNvPr id="21" name="Image 9" descr="Autobús con relleno sólido">
              <a:extLst>
                <a:ext uri="{FF2B5EF4-FFF2-40B4-BE49-F238E27FC236}">
                  <a16:creationId xmlns:a16="http://schemas.microsoft.com/office/drawing/2014/main" id="{8C2C7D68-A2C5-ED63-F0CC-A6A9F8263D8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14036" y="3139533"/>
              <a:ext cx="292608" cy="292608"/>
            </a:xfrm>
            <a:prstGeom prst="rect">
              <a:avLst/>
            </a:prstGeom>
          </p:spPr>
        </p:pic>
        <p:sp>
          <p:nvSpPr>
            <p:cNvPr id="22" name="Text 54">
              <a:extLst>
                <a:ext uri="{FF2B5EF4-FFF2-40B4-BE49-F238E27FC236}">
                  <a16:creationId xmlns:a16="http://schemas.microsoft.com/office/drawing/2014/main" id="{8D70CBEC-1FF1-4709-86C6-1904F4D917DC}"/>
                </a:ext>
              </a:extLst>
            </p:cNvPr>
            <p:cNvSpPr/>
            <p:nvPr/>
          </p:nvSpPr>
          <p:spPr>
            <a:xfrm>
              <a:off x="6435423" y="3109223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otp</a:t>
              </a:r>
              <a:endParaRPr lang="en-US" sz="1100" dirty="0"/>
            </a:p>
          </p:txBody>
        </p:sp>
        <p:sp>
          <p:nvSpPr>
            <p:cNvPr id="23" name="Text 55">
              <a:extLst>
                <a:ext uri="{FF2B5EF4-FFF2-40B4-BE49-F238E27FC236}">
                  <a16:creationId xmlns:a16="http://schemas.microsoft.com/office/drawing/2014/main" id="{FD8D60A0-CB19-8B6E-0AC9-149AF45326F4}"/>
                </a:ext>
              </a:extLst>
            </p:cNvPr>
            <p:cNvSpPr/>
            <p:nvPr/>
          </p:nvSpPr>
          <p:spPr>
            <a:xfrm>
              <a:off x="6377080" y="3271890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:8080</a:t>
              </a:r>
              <a:endParaRPr lang="en-US" sz="900" dirty="0"/>
            </a:p>
          </p:txBody>
        </p:sp>
      </p:grpSp>
      <p:grpSp>
        <p:nvGrpSpPr>
          <p:cNvPr id="28" name="Grupo 27">
            <a:extLst>
              <a:ext uri="{FF2B5EF4-FFF2-40B4-BE49-F238E27FC236}">
                <a16:creationId xmlns:a16="http://schemas.microsoft.com/office/drawing/2014/main" id="{3BBBA460-9DEA-EA2A-AA45-DCD16A52F9AF}"/>
              </a:ext>
            </a:extLst>
          </p:cNvPr>
          <p:cNvGrpSpPr/>
          <p:nvPr/>
        </p:nvGrpSpPr>
        <p:grpSpPr>
          <a:xfrm>
            <a:off x="3948100" y="2460211"/>
            <a:ext cx="1277377" cy="390149"/>
            <a:chOff x="7031736" y="2764531"/>
            <a:chExt cx="1277377" cy="390149"/>
          </a:xfrm>
        </p:grpSpPr>
        <p:sp>
          <p:nvSpPr>
            <p:cNvPr id="29" name="Shape 53">
              <a:extLst>
                <a:ext uri="{FF2B5EF4-FFF2-40B4-BE49-F238E27FC236}">
                  <a16:creationId xmlns:a16="http://schemas.microsoft.com/office/drawing/2014/main" id="{068BFD3F-3A5B-41F5-9D49-15686E9292E0}"/>
                </a:ext>
              </a:extLst>
            </p:cNvPr>
            <p:cNvSpPr/>
            <p:nvPr/>
          </p:nvSpPr>
          <p:spPr>
            <a:xfrm>
              <a:off x="7031736" y="2764531"/>
              <a:ext cx="1277377" cy="390149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73FF6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0" name="Image 9" descr="Coche con relleno sólido">
              <a:extLst>
                <a:ext uri="{FF2B5EF4-FFF2-40B4-BE49-F238E27FC236}">
                  <a16:creationId xmlns:a16="http://schemas.microsoft.com/office/drawing/2014/main" id="{F7773DA6-B5FC-2F12-44E2-7EB2E90E4EC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31" name="Text 54">
              <a:extLst>
                <a:ext uri="{FF2B5EF4-FFF2-40B4-BE49-F238E27FC236}">
                  <a16:creationId xmlns:a16="http://schemas.microsoft.com/office/drawing/2014/main" id="{03023DEB-2B8E-253C-6B84-B57239186CC0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-car</a:t>
              </a:r>
              <a:endParaRPr lang="en-US" sz="1100" dirty="0"/>
            </a:p>
          </p:txBody>
        </p:sp>
        <p:sp>
          <p:nvSpPr>
            <p:cNvPr id="32" name="Text 55">
              <a:extLst>
                <a:ext uri="{FF2B5EF4-FFF2-40B4-BE49-F238E27FC236}">
                  <a16:creationId xmlns:a16="http://schemas.microsoft.com/office/drawing/2014/main" id="{7A5C4B2C-782B-5504-74C5-29101D7A35F5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:5000</a:t>
              </a:r>
              <a:endParaRPr lang="en-US" sz="900" dirty="0"/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581C0C54-1DD7-F46A-4699-EA4B295686F3}"/>
              </a:ext>
            </a:extLst>
          </p:cNvPr>
          <p:cNvGrpSpPr/>
          <p:nvPr/>
        </p:nvGrpSpPr>
        <p:grpSpPr>
          <a:xfrm>
            <a:off x="5311000" y="2440488"/>
            <a:ext cx="1277377" cy="409872"/>
            <a:chOff x="7027680" y="2689310"/>
            <a:chExt cx="1277377" cy="409872"/>
          </a:xfrm>
        </p:grpSpPr>
        <p:sp>
          <p:nvSpPr>
            <p:cNvPr id="35" name="Shape 53">
              <a:extLst>
                <a:ext uri="{FF2B5EF4-FFF2-40B4-BE49-F238E27FC236}">
                  <a16:creationId xmlns:a16="http://schemas.microsoft.com/office/drawing/2014/main" id="{BA1CD3FD-E201-0434-8885-C86F9BAB2F13}"/>
                </a:ext>
              </a:extLst>
            </p:cNvPr>
            <p:cNvSpPr/>
            <p:nvPr/>
          </p:nvSpPr>
          <p:spPr>
            <a:xfrm>
              <a:off x="7027680" y="2689310"/>
              <a:ext cx="1277377" cy="409872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16A34A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36" name="Image 9" descr="Triciclo con relleno sólido">
              <a:extLst>
                <a:ext uri="{FF2B5EF4-FFF2-40B4-BE49-F238E27FC236}">
                  <a16:creationId xmlns:a16="http://schemas.microsoft.com/office/drawing/2014/main" id="{C246418F-170F-57FF-ACFB-978275074B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123176" y="2747264"/>
              <a:ext cx="292608" cy="292608"/>
            </a:xfrm>
            <a:prstGeom prst="rect">
              <a:avLst/>
            </a:prstGeom>
          </p:spPr>
        </p:pic>
        <p:sp>
          <p:nvSpPr>
            <p:cNvPr id="37" name="Text 54">
              <a:extLst>
                <a:ext uri="{FF2B5EF4-FFF2-40B4-BE49-F238E27FC236}">
                  <a16:creationId xmlns:a16="http://schemas.microsoft.com/office/drawing/2014/main" id="{4A90103E-51C2-805C-F793-A4D2A16FAAB8}"/>
                </a:ext>
              </a:extLst>
            </p:cNvPr>
            <p:cNvSpPr/>
            <p:nvPr/>
          </p:nvSpPr>
          <p:spPr>
            <a:xfrm>
              <a:off x="7488936" y="27239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-bike</a:t>
              </a:r>
              <a:endParaRPr lang="en-US" sz="1100" dirty="0"/>
            </a:p>
          </p:txBody>
        </p:sp>
        <p:sp>
          <p:nvSpPr>
            <p:cNvPr id="38" name="Text 55">
              <a:extLst>
                <a:ext uri="{FF2B5EF4-FFF2-40B4-BE49-F238E27FC236}">
                  <a16:creationId xmlns:a16="http://schemas.microsoft.com/office/drawing/2014/main" id="{7D83FCC6-8329-2167-8CBF-80D0609CB028}"/>
                </a:ext>
              </a:extLst>
            </p:cNvPr>
            <p:cNvSpPr/>
            <p:nvPr/>
          </p:nvSpPr>
          <p:spPr>
            <a:xfrm>
              <a:off x="7430593" y="28865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:5001</a:t>
              </a:r>
              <a:endParaRPr lang="en-US" sz="900" dirty="0"/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68382BF5-96D4-BE3A-678C-83F8D97E3AB6}"/>
              </a:ext>
            </a:extLst>
          </p:cNvPr>
          <p:cNvGrpSpPr/>
          <p:nvPr/>
        </p:nvGrpSpPr>
        <p:grpSpPr>
          <a:xfrm>
            <a:off x="6673900" y="2446636"/>
            <a:ext cx="1277377" cy="403354"/>
            <a:chOff x="7031736" y="2743054"/>
            <a:chExt cx="1277377" cy="403354"/>
          </a:xfrm>
        </p:grpSpPr>
        <p:sp>
          <p:nvSpPr>
            <p:cNvPr id="41" name="Shape 53">
              <a:extLst>
                <a:ext uri="{FF2B5EF4-FFF2-40B4-BE49-F238E27FC236}">
                  <a16:creationId xmlns:a16="http://schemas.microsoft.com/office/drawing/2014/main" id="{A376518B-AD77-FA22-ABA1-3022562F673E}"/>
                </a:ext>
              </a:extLst>
            </p:cNvPr>
            <p:cNvSpPr/>
            <p:nvPr/>
          </p:nvSpPr>
          <p:spPr>
            <a:xfrm>
              <a:off x="7031736" y="2743054"/>
              <a:ext cx="1277377" cy="403354"/>
            </a:xfrm>
            <a:prstGeom prst="roundRect">
              <a:avLst>
                <a:gd name="adj" fmla="val 7368"/>
              </a:avLst>
            </a:prstGeom>
            <a:solidFill>
              <a:srgbClr val="FFFFFF"/>
            </a:solidFill>
            <a:ln w="25400">
              <a:solidFill>
                <a:srgbClr val="555555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42" name="Image 9" descr="Andar con relleno sólido">
              <a:extLst>
                <a:ext uri="{FF2B5EF4-FFF2-40B4-BE49-F238E27FC236}">
                  <a16:creationId xmlns:a16="http://schemas.microsoft.com/office/drawing/2014/main" id="{CD4425D5-24A3-2927-33B5-77D9B7A532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7123176" y="2798064"/>
              <a:ext cx="292608" cy="292608"/>
            </a:xfrm>
            <a:prstGeom prst="rect">
              <a:avLst/>
            </a:prstGeom>
          </p:spPr>
        </p:pic>
        <p:sp>
          <p:nvSpPr>
            <p:cNvPr id="43" name="Text 54">
              <a:extLst>
                <a:ext uri="{FF2B5EF4-FFF2-40B4-BE49-F238E27FC236}">
                  <a16:creationId xmlns:a16="http://schemas.microsoft.com/office/drawing/2014/main" id="{749CD193-B086-AC62-F756-CA9B6C56CF58}"/>
                </a:ext>
              </a:extLst>
            </p:cNvPr>
            <p:cNvSpPr/>
            <p:nvPr/>
          </p:nvSpPr>
          <p:spPr>
            <a:xfrm>
              <a:off x="7488936" y="2774726"/>
              <a:ext cx="661416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osrm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-foot</a:t>
              </a:r>
              <a:endParaRPr lang="en-US" sz="1100" dirty="0"/>
            </a:p>
          </p:txBody>
        </p:sp>
        <p:sp>
          <p:nvSpPr>
            <p:cNvPr id="44" name="Text 55">
              <a:extLst>
                <a:ext uri="{FF2B5EF4-FFF2-40B4-BE49-F238E27FC236}">
                  <a16:creationId xmlns:a16="http://schemas.microsoft.com/office/drawing/2014/main" id="{44B5D09B-7EC5-C323-675A-EBCB382C3A56}"/>
                </a:ext>
              </a:extLst>
            </p:cNvPr>
            <p:cNvSpPr/>
            <p:nvPr/>
          </p:nvSpPr>
          <p:spPr>
            <a:xfrm>
              <a:off x="7430593" y="2937393"/>
              <a:ext cx="365760" cy="2011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dirty="0">
                  <a:solidFill>
                    <a:srgbClr val="77777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:5002</a:t>
              </a:r>
              <a:endParaRPr lang="en-US" sz="900" dirty="0"/>
            </a:p>
          </p:txBody>
        </p:sp>
      </p:grpSp>
      <p:grpSp>
        <p:nvGrpSpPr>
          <p:cNvPr id="1345" name="Grupo 1344">
            <a:extLst>
              <a:ext uri="{FF2B5EF4-FFF2-40B4-BE49-F238E27FC236}">
                <a16:creationId xmlns:a16="http://schemas.microsoft.com/office/drawing/2014/main" id="{E85CF035-90F5-28B3-EE73-03BAD22B3624}"/>
              </a:ext>
            </a:extLst>
          </p:cNvPr>
          <p:cNvGrpSpPr/>
          <p:nvPr/>
        </p:nvGrpSpPr>
        <p:grpSpPr>
          <a:xfrm>
            <a:off x="7640285" y="4157719"/>
            <a:ext cx="1583468" cy="426102"/>
            <a:chOff x="5684416" y="4598645"/>
            <a:chExt cx="2206117" cy="593653"/>
          </a:xfrm>
        </p:grpSpPr>
        <p:sp>
          <p:nvSpPr>
            <p:cNvPr id="1347" name="Shape 62">
              <a:extLst>
                <a:ext uri="{FF2B5EF4-FFF2-40B4-BE49-F238E27FC236}">
                  <a16:creationId xmlns:a16="http://schemas.microsoft.com/office/drawing/2014/main" id="{BD0EC6DF-F3EF-74C6-31E9-5DA3A878CF13}"/>
                </a:ext>
              </a:extLst>
            </p:cNvPr>
            <p:cNvSpPr/>
            <p:nvPr/>
          </p:nvSpPr>
          <p:spPr>
            <a:xfrm>
              <a:off x="5684416" y="4598645"/>
              <a:ext cx="2206117" cy="59365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189FDD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48" name="Imagen 1347">
              <a:extLst>
                <a:ext uri="{FF2B5EF4-FFF2-40B4-BE49-F238E27FC236}">
                  <a16:creationId xmlns:a16="http://schemas.microsoft.com/office/drawing/2014/main" id="{777A9A15-B49D-A212-4971-B7167D2B4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5208"/>
            <a:stretch>
              <a:fillRect/>
            </a:stretch>
          </p:blipFill>
          <p:spPr>
            <a:xfrm>
              <a:off x="6006043" y="4737942"/>
              <a:ext cx="1517651" cy="319986"/>
            </a:xfrm>
            <a:prstGeom prst="rect">
              <a:avLst/>
            </a:prstGeom>
          </p:spPr>
        </p:pic>
      </p:grpSp>
      <p:grpSp>
        <p:nvGrpSpPr>
          <p:cNvPr id="1349" name="Grupo 1348">
            <a:extLst>
              <a:ext uri="{FF2B5EF4-FFF2-40B4-BE49-F238E27FC236}">
                <a16:creationId xmlns:a16="http://schemas.microsoft.com/office/drawing/2014/main" id="{3AE88109-BA9D-C892-5950-741363841736}"/>
              </a:ext>
            </a:extLst>
          </p:cNvPr>
          <p:cNvGrpSpPr/>
          <p:nvPr/>
        </p:nvGrpSpPr>
        <p:grpSpPr>
          <a:xfrm>
            <a:off x="7640285" y="4884121"/>
            <a:ext cx="1583468" cy="666314"/>
            <a:chOff x="7628617" y="5065512"/>
            <a:chExt cx="1939884" cy="816291"/>
          </a:xfrm>
        </p:grpSpPr>
        <p:sp>
          <p:nvSpPr>
            <p:cNvPr id="1350" name="Shape 62">
              <a:extLst>
                <a:ext uri="{FF2B5EF4-FFF2-40B4-BE49-F238E27FC236}">
                  <a16:creationId xmlns:a16="http://schemas.microsoft.com/office/drawing/2014/main" id="{2781C0AB-8C74-F6AE-0745-920B7A239409}"/>
                </a:ext>
              </a:extLst>
            </p:cNvPr>
            <p:cNvSpPr/>
            <p:nvPr/>
          </p:nvSpPr>
          <p:spPr>
            <a:xfrm>
              <a:off x="7628617" y="5088860"/>
              <a:ext cx="1939884" cy="792943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31750">
              <a:solidFill>
                <a:srgbClr val="8DD35F"/>
              </a:solidFill>
              <a:prstDash val="solid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1351" name="Imagen 1350">
              <a:extLst>
                <a:ext uri="{FF2B5EF4-FFF2-40B4-BE49-F238E27FC236}">
                  <a16:creationId xmlns:a16="http://schemas.microsoft.com/office/drawing/2014/main" id="{45DBA4CC-C5F2-C47C-4C1F-99CB68808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067" y="5065512"/>
              <a:ext cx="1360310" cy="736446"/>
            </a:xfrm>
            <a:prstGeom prst="rect">
              <a:avLst/>
            </a:prstGeom>
          </p:spPr>
        </p:pic>
        <p:pic>
          <p:nvPicPr>
            <p:cNvPr id="1352" name="Imagen 1351">
              <a:extLst>
                <a:ext uri="{FF2B5EF4-FFF2-40B4-BE49-F238E27FC236}">
                  <a16:creationId xmlns:a16="http://schemas.microsoft.com/office/drawing/2014/main" id="{128F892E-B866-7191-7228-321D56AF6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0500" y="5239991"/>
              <a:ext cx="464599" cy="464599"/>
            </a:xfrm>
            <a:prstGeom prst="rect">
              <a:avLst/>
            </a:prstGeom>
          </p:spPr>
        </p:pic>
      </p:grpSp>
      <p:grpSp>
        <p:nvGrpSpPr>
          <p:cNvPr id="1353" name="Grupo 1352">
            <a:extLst>
              <a:ext uri="{FF2B5EF4-FFF2-40B4-BE49-F238E27FC236}">
                <a16:creationId xmlns:a16="http://schemas.microsoft.com/office/drawing/2014/main" id="{BDB32BFE-867C-CC14-153F-10C6428FCE32}"/>
              </a:ext>
            </a:extLst>
          </p:cNvPr>
          <p:cNvGrpSpPr/>
          <p:nvPr/>
        </p:nvGrpSpPr>
        <p:grpSpPr>
          <a:xfrm>
            <a:off x="7643618" y="5668045"/>
            <a:ext cx="1583468" cy="919845"/>
            <a:chOff x="6226100" y="6134558"/>
            <a:chExt cx="1583468" cy="919845"/>
          </a:xfrm>
        </p:grpSpPr>
        <p:grpSp>
          <p:nvGrpSpPr>
            <p:cNvPr id="1354" name="Grupo 1353">
              <a:extLst>
                <a:ext uri="{FF2B5EF4-FFF2-40B4-BE49-F238E27FC236}">
                  <a16:creationId xmlns:a16="http://schemas.microsoft.com/office/drawing/2014/main" id="{5BA24CED-F126-579A-37DE-5E74C180A182}"/>
                </a:ext>
              </a:extLst>
            </p:cNvPr>
            <p:cNvGrpSpPr/>
            <p:nvPr/>
          </p:nvGrpSpPr>
          <p:grpSpPr>
            <a:xfrm>
              <a:off x="6226100" y="6134558"/>
              <a:ext cx="1583468" cy="919845"/>
              <a:chOff x="6644460" y="5939599"/>
              <a:chExt cx="1965233" cy="1141613"/>
            </a:xfrm>
          </p:grpSpPr>
          <p:sp>
            <p:nvSpPr>
              <p:cNvPr id="1356" name="Shape 62">
                <a:extLst>
                  <a:ext uri="{FF2B5EF4-FFF2-40B4-BE49-F238E27FC236}">
                    <a16:creationId xmlns:a16="http://schemas.microsoft.com/office/drawing/2014/main" id="{D215ACFF-62F0-2E84-2C58-FC4D5F35500E}"/>
                  </a:ext>
                </a:extLst>
              </p:cNvPr>
              <p:cNvSpPr/>
              <p:nvPr/>
            </p:nvSpPr>
            <p:spPr>
              <a:xfrm>
                <a:off x="6644460" y="5939599"/>
                <a:ext cx="1965233" cy="1141613"/>
              </a:xfrm>
              <a:prstGeom prst="roundRect">
                <a:avLst>
                  <a:gd name="adj" fmla="val 4000"/>
                </a:avLst>
              </a:prstGeom>
              <a:solidFill>
                <a:srgbClr val="FFFFFF"/>
              </a:solidFill>
              <a:ln w="31750">
                <a:solidFill>
                  <a:srgbClr val="D00000"/>
                </a:solidFill>
                <a:prstDash val="solid"/>
              </a:ln>
              <a:effectLst>
                <a:outerShdw blurRad="76200" dist="25400" dir="81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/>
              <a:lstStyle/>
              <a:p>
                <a:endParaRPr lang="es-ES" dirty="0"/>
              </a:p>
            </p:txBody>
          </p:sp>
          <p:pic>
            <p:nvPicPr>
              <p:cNvPr id="1357" name="Imagen 1356">
                <a:extLst>
                  <a:ext uri="{FF2B5EF4-FFF2-40B4-BE49-F238E27FC236}">
                    <a16:creationId xmlns:a16="http://schemas.microsoft.com/office/drawing/2014/main" id="{F6BFF11D-AF94-785E-C491-27D50A77F3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45739" y="6003966"/>
                <a:ext cx="727536" cy="490147"/>
              </a:xfrm>
              <a:prstGeom prst="rect">
                <a:avLst/>
              </a:prstGeom>
            </p:spPr>
          </p:pic>
        </p:grpSp>
        <p:pic>
          <p:nvPicPr>
            <p:cNvPr id="1355" name="Imagen 1354">
              <a:extLst>
                <a:ext uri="{FF2B5EF4-FFF2-40B4-BE49-F238E27FC236}">
                  <a16:creationId xmlns:a16="http://schemas.microsoft.com/office/drawing/2014/main" id="{CCD26DD2-E44C-5670-1AE8-1BC8F0D24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307705" y="6646337"/>
              <a:ext cx="1418266" cy="350107"/>
            </a:xfrm>
            <a:prstGeom prst="rect">
              <a:avLst/>
            </a:prstGeom>
          </p:spPr>
        </p:pic>
      </p:grpSp>
      <p:grpSp>
        <p:nvGrpSpPr>
          <p:cNvPr id="87" name="Grupo 86">
            <a:extLst>
              <a:ext uri="{FF2B5EF4-FFF2-40B4-BE49-F238E27FC236}">
                <a16:creationId xmlns:a16="http://schemas.microsoft.com/office/drawing/2014/main" id="{F8ACC4A1-9819-DFE9-238A-915A7BB6E111}"/>
              </a:ext>
            </a:extLst>
          </p:cNvPr>
          <p:cNvGrpSpPr/>
          <p:nvPr/>
        </p:nvGrpSpPr>
        <p:grpSpPr>
          <a:xfrm>
            <a:off x="4015625" y="397356"/>
            <a:ext cx="5269310" cy="1142194"/>
            <a:chOff x="4227899" y="556190"/>
            <a:chExt cx="5269310" cy="1142194"/>
          </a:xfrm>
        </p:grpSpPr>
        <p:grpSp>
          <p:nvGrpSpPr>
            <p:cNvPr id="1396" name="Grupo 1395">
              <a:extLst>
                <a:ext uri="{FF2B5EF4-FFF2-40B4-BE49-F238E27FC236}">
                  <a16:creationId xmlns:a16="http://schemas.microsoft.com/office/drawing/2014/main" id="{22E542DA-675E-3760-6116-C85B2BB62283}"/>
                </a:ext>
              </a:extLst>
            </p:cNvPr>
            <p:cNvGrpSpPr/>
            <p:nvPr/>
          </p:nvGrpSpPr>
          <p:grpSpPr>
            <a:xfrm>
              <a:off x="4227899" y="556190"/>
              <a:ext cx="5269310" cy="1142194"/>
              <a:chOff x="1895278" y="3369491"/>
              <a:chExt cx="5269310" cy="1142194"/>
            </a:xfrm>
          </p:grpSpPr>
          <p:grpSp>
            <p:nvGrpSpPr>
              <p:cNvPr id="48" name="Grupo 47">
                <a:extLst>
                  <a:ext uri="{FF2B5EF4-FFF2-40B4-BE49-F238E27FC236}">
                    <a16:creationId xmlns:a16="http://schemas.microsoft.com/office/drawing/2014/main" id="{E18AE04B-9707-45C2-AA10-36D0A2774AE4}"/>
                  </a:ext>
                </a:extLst>
              </p:cNvPr>
              <p:cNvGrpSpPr/>
              <p:nvPr/>
            </p:nvGrpSpPr>
            <p:grpSpPr>
              <a:xfrm>
                <a:off x="1895278" y="3369491"/>
                <a:ext cx="5269310" cy="1142194"/>
                <a:chOff x="556405" y="966094"/>
                <a:chExt cx="5269310" cy="1142194"/>
              </a:xfrm>
            </p:grpSpPr>
            <p:grpSp>
              <p:nvGrpSpPr>
                <p:cNvPr id="5" name="Grupo 4">
                  <a:extLst>
                    <a:ext uri="{FF2B5EF4-FFF2-40B4-BE49-F238E27FC236}">
                      <a16:creationId xmlns:a16="http://schemas.microsoft.com/office/drawing/2014/main" id="{5E6507CB-C0A8-082A-AB31-34987A191551}"/>
                    </a:ext>
                  </a:extLst>
                </p:cNvPr>
                <p:cNvGrpSpPr/>
                <p:nvPr/>
              </p:nvGrpSpPr>
              <p:grpSpPr>
                <a:xfrm>
                  <a:off x="556405" y="966094"/>
                  <a:ext cx="5269310" cy="1142194"/>
                  <a:chOff x="3118105" y="985829"/>
                  <a:chExt cx="5269310" cy="1142194"/>
                </a:xfrm>
              </p:grpSpPr>
              <p:grpSp>
                <p:nvGrpSpPr>
                  <p:cNvPr id="6" name="Grupo 5">
                    <a:extLst>
                      <a:ext uri="{FF2B5EF4-FFF2-40B4-BE49-F238E27FC236}">
                        <a16:creationId xmlns:a16="http://schemas.microsoft.com/office/drawing/2014/main" id="{80DAFDDE-E321-6E1A-3169-7FF8A9E4C075}"/>
                      </a:ext>
                    </a:extLst>
                  </p:cNvPr>
                  <p:cNvGrpSpPr/>
                  <p:nvPr/>
                </p:nvGrpSpPr>
                <p:grpSpPr>
                  <a:xfrm>
                    <a:off x="3118105" y="985829"/>
                    <a:ext cx="5269310" cy="1142194"/>
                    <a:chOff x="3118105" y="985829"/>
                    <a:chExt cx="5269310" cy="1142194"/>
                  </a:xfrm>
                </p:grpSpPr>
                <p:grpSp>
                  <p:nvGrpSpPr>
                    <p:cNvPr id="11" name="Grupo 10">
                      <a:extLst>
                        <a:ext uri="{FF2B5EF4-FFF2-40B4-BE49-F238E27FC236}">
                          <a16:creationId xmlns:a16="http://schemas.microsoft.com/office/drawing/2014/main" id="{DECC2B20-3108-1520-775F-3698075A13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118105" y="985829"/>
                      <a:ext cx="5269310" cy="1142194"/>
                      <a:chOff x="2962656" y="2647500"/>
                      <a:chExt cx="5637943" cy="824452"/>
                    </a:xfrm>
                  </p:grpSpPr>
                  <p:sp>
                    <p:nvSpPr>
                      <p:cNvPr id="16" name="Shape 38">
                        <a:extLst>
                          <a:ext uri="{FF2B5EF4-FFF2-40B4-BE49-F238E27FC236}">
                            <a16:creationId xmlns:a16="http://schemas.microsoft.com/office/drawing/2014/main" id="{DE916CCB-CC57-A197-A86C-636373E2D09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7500"/>
                        <a:ext cx="5637943" cy="824452"/>
                      </a:xfrm>
                      <a:prstGeom prst="roundRect">
                        <a:avLst>
                          <a:gd name="adj" fmla="val 2581"/>
                        </a:avLst>
                      </a:prstGeom>
                      <a:solidFill>
                        <a:srgbClr val="FFFFFF"/>
                      </a:solidFill>
                      <a:ln w="31750">
                        <a:solidFill>
                          <a:srgbClr val="009688"/>
                        </a:solidFill>
                        <a:prstDash val="solid"/>
                      </a:ln>
                      <a:effectLst>
                        <a:outerShdw blurRad="76200" dist="25400" dir="8100000" algn="bl" rotWithShape="0">
                          <a:srgbClr val="000000">
                            <a:alpha val="10000"/>
                          </a:srgbClr>
                        </a:outerShdw>
                      </a:effectLst>
                    </p:spPr>
                    <p:txBody>
                      <a:bodyPr/>
                      <a:lstStyle/>
                      <a:p>
                        <a:endParaRPr lang="es-ES" dirty="0"/>
                      </a:p>
                    </p:txBody>
                  </p:sp>
                  <p:sp>
                    <p:nvSpPr>
                      <p:cNvPr id="17" name="Shape 43">
                        <a:extLst>
                          <a:ext uri="{FF2B5EF4-FFF2-40B4-BE49-F238E27FC236}">
                            <a16:creationId xmlns:a16="http://schemas.microsoft.com/office/drawing/2014/main" id="{6493140F-FDF3-5226-FC67-7B5442190A2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2962656" y="2648562"/>
                        <a:ext cx="5637943" cy="281010"/>
                      </a:xfrm>
                      <a:prstGeom prst="roundRect">
                        <a:avLst>
                          <a:gd name="adj" fmla="val 10000"/>
                        </a:avLst>
                      </a:prstGeom>
                      <a:solidFill>
                        <a:srgbClr val="E8F5E9"/>
                      </a:solidFill>
                      <a:ln w="19050">
                        <a:solidFill>
                          <a:srgbClr val="009688"/>
                        </a:solidFill>
                        <a:prstDash val="solid"/>
                      </a:ln>
                    </p:spPr>
                    <p:txBody>
                      <a:bodyPr/>
                      <a:lstStyle/>
                      <a:p>
                        <a:endParaRPr lang="es-ES"/>
                      </a:p>
                    </p:txBody>
                  </p:sp>
                </p:grpSp>
                <p:sp>
                  <p:nvSpPr>
                    <p:cNvPr id="12" name="Text 34">
                      <a:extLst>
                        <a:ext uri="{FF2B5EF4-FFF2-40B4-BE49-F238E27FC236}">
                          <a16:creationId xmlns:a16="http://schemas.microsoft.com/office/drawing/2014/main" id="{F819E6FC-3A5A-6319-1E8E-E97866D5C2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239972" y="1089391"/>
                      <a:ext cx="675132" cy="169869"/>
                    </a:xfrm>
                    <a:prstGeom prst="rect">
                      <a:avLst/>
                    </a:prstGeom>
                    <a:noFill/>
                    <a:ln/>
                  </p:spPr>
                  <p:txBody>
                    <a:bodyPr wrap="square" lIns="0" tIns="0" rIns="0" bIns="0" rtlCol="0" anchor="ctr"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/>
                    </a:p>
                  </p:txBody>
                </p:sp>
                <p:pic>
                  <p:nvPicPr>
                    <p:cNvPr id="14" name="Imagen 13">
                      <a:extLst>
                        <a:ext uri="{FF2B5EF4-FFF2-40B4-BE49-F238E27FC236}">
                          <a16:creationId xmlns:a16="http://schemas.microsoft.com/office/drawing/2014/main" id="{635BBA2F-6A65-BFD5-DAFD-B402989A408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530822" y="1070491"/>
                      <a:ext cx="950579" cy="24167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15" name="Imagen 14">
                      <a:extLst>
                        <a:ext uri="{FF2B5EF4-FFF2-40B4-BE49-F238E27FC236}">
                          <a16:creationId xmlns:a16="http://schemas.microsoft.com/office/drawing/2014/main" id="{A3E5EB86-983A-26C4-3B44-57A858E0F84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230169" y="1065124"/>
                      <a:ext cx="247829" cy="24949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10" name="Shape 43">
                    <a:extLst>
                      <a:ext uri="{FF2B5EF4-FFF2-40B4-BE49-F238E27FC236}">
                        <a16:creationId xmlns:a16="http://schemas.microsoft.com/office/drawing/2014/main" id="{B409ACFF-83A3-0C04-E09B-3BD1AAE94115}"/>
                      </a:ext>
                    </a:extLst>
                  </p:cNvPr>
                  <p:cNvSpPr/>
                  <p:nvPr/>
                </p:nvSpPr>
                <p:spPr>
                  <a:xfrm>
                    <a:off x="3351270" y="1487059"/>
                    <a:ext cx="2311640" cy="537899"/>
                  </a:xfrm>
                  <a:prstGeom prst="roundRect">
                    <a:avLst>
                      <a:gd name="adj" fmla="val 10000"/>
                    </a:avLst>
                  </a:prstGeom>
                  <a:solidFill>
                    <a:srgbClr val="E8F5E9"/>
                  </a:solidFill>
                  <a:ln w="12700">
                    <a:solidFill>
                      <a:srgbClr val="009688"/>
                    </a:solidFill>
                    <a:prstDash val="solid"/>
                  </a:ln>
                </p:spPr>
                <p:txBody>
                  <a:bodyPr/>
                  <a:lstStyle/>
                  <a:p>
                    <a:pPr algn="ctr"/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api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</a:t>
                    </a:r>
                    <a:r>
                      <a:rPr lang="en-US" sz="1600" b="1" dirty="0" err="1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lpmc</a:t>
                    </a:r>
                    <a:r>
                      <a:rPr lang="en-US" sz="1600" b="1" dirty="0">
                        <a:solidFill>
                          <a:srgbClr val="004D40"/>
                        </a:solidFill>
                        <a:latin typeface="Courier New" pitchFamily="34" charset="0"/>
                        <a:ea typeface="Courier New" pitchFamily="34" charset="-122"/>
                        <a:cs typeface="Courier New" pitchFamily="34" charset="-120"/>
                      </a:rPr>
                      <a:t>/predict</a:t>
                    </a:r>
                    <a:endParaRPr lang="en-US" sz="1600" b="1" dirty="0"/>
                  </a:p>
                </p:txBody>
              </p:sp>
            </p:grpSp>
            <p:sp>
              <p:nvSpPr>
                <p:cNvPr id="18" name="Shape 43">
                  <a:extLst>
                    <a:ext uri="{FF2B5EF4-FFF2-40B4-BE49-F238E27FC236}">
                      <a16:creationId xmlns:a16="http://schemas.microsoft.com/office/drawing/2014/main" id="{DEC05519-27F0-7A51-89CB-CE786953A35E}"/>
                    </a:ext>
                  </a:extLst>
                </p:cNvPr>
                <p:cNvSpPr/>
                <p:nvPr/>
              </p:nvSpPr>
              <p:spPr>
                <a:xfrm>
                  <a:off x="3301801" y="1467324"/>
                  <a:ext cx="2311640" cy="537899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E8F5E9"/>
                </a:solidFill>
                <a:ln w="12700">
                  <a:solidFill>
                    <a:srgbClr val="009688"/>
                  </a:solidFill>
                  <a:prstDash val="solid"/>
                </a:ln>
              </p:spPr>
              <p:txBody>
                <a:bodyPr/>
                <a:lstStyle/>
                <a:p>
                  <a:pPr algn="ctr"/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api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</a:t>
                  </a:r>
                  <a:r>
                    <a:rPr lang="en-US" sz="1600" b="1" dirty="0" err="1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lpmc</a:t>
                  </a:r>
                  <a:r>
                    <a:rPr lang="en-US" sz="1600" b="1" dirty="0">
                      <a:solidFill>
                        <a:srgbClr val="004D40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/compare</a:t>
                  </a:r>
                  <a:endParaRPr lang="en-US" sz="1600" b="1" dirty="0"/>
                </a:p>
              </p:txBody>
            </p:sp>
          </p:grpSp>
          <p:sp>
            <p:nvSpPr>
              <p:cNvPr id="1391" name="Text 54">
                <a:extLst>
                  <a:ext uri="{FF2B5EF4-FFF2-40B4-BE49-F238E27FC236}">
                    <a16:creationId xmlns:a16="http://schemas.microsoft.com/office/drawing/2014/main" id="{A18B8359-80A2-A45A-92FC-EE7763C1973F}"/>
                  </a:ext>
                </a:extLst>
              </p:cNvPr>
              <p:cNvSpPr/>
              <p:nvPr/>
            </p:nvSpPr>
            <p:spPr>
              <a:xfrm>
                <a:off x="4640674" y="4179793"/>
                <a:ext cx="2311640" cy="19611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Compara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los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tres</a:t>
                </a:r>
                <a:r>
                  <a:rPr lang="en-US" sz="1100" b="1" dirty="0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100" b="1" dirty="0" err="1">
                    <a:solidFill>
                      <a:srgbClr val="21212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modelos</a:t>
                </a:r>
                <a:endParaRPr lang="en-US" sz="1100" dirty="0"/>
              </a:p>
            </p:txBody>
          </p:sp>
        </p:grpSp>
        <p:sp>
          <p:nvSpPr>
            <p:cNvPr id="1390" name="Text 54">
              <a:extLst>
                <a:ext uri="{FF2B5EF4-FFF2-40B4-BE49-F238E27FC236}">
                  <a16:creationId xmlns:a16="http://schemas.microsoft.com/office/drawing/2014/main" id="{B607B446-2D44-EC78-C455-A7DBF097ECF3}"/>
                </a:ext>
              </a:extLst>
            </p:cNvPr>
            <p:cNvSpPr/>
            <p:nvPr/>
          </p:nvSpPr>
          <p:spPr>
            <a:xfrm>
              <a:off x="4461063" y="1353120"/>
              <a:ext cx="2311639" cy="1961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 un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modelo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</a:t>
              </a:r>
              <a:r>
                <a:rPr lang="en-US" sz="11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1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concreto</a:t>
              </a:r>
              <a:endParaRPr lang="en-US" sz="1100" dirty="0"/>
            </a:p>
          </p:txBody>
        </p:sp>
      </p:grpSp>
      <p:pic>
        <p:nvPicPr>
          <p:cNvPr id="1395" name="Gráfico 1394">
            <a:extLst>
              <a:ext uri="{FF2B5EF4-FFF2-40B4-BE49-F238E27FC236}">
                <a16:creationId xmlns:a16="http://schemas.microsoft.com/office/drawing/2014/main" id="{84662395-B876-A859-4827-CA9748C47B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963193" y="1019979"/>
            <a:ext cx="433795" cy="160712"/>
          </a:xfrm>
          <a:prstGeom prst="rect">
            <a:avLst/>
          </a:prstGeom>
        </p:spPr>
      </p:pic>
      <p:pic>
        <p:nvPicPr>
          <p:cNvPr id="1398" name="Imagen 1397">
            <a:extLst>
              <a:ext uri="{FF2B5EF4-FFF2-40B4-BE49-F238E27FC236}">
                <a16:creationId xmlns:a16="http://schemas.microsoft.com/office/drawing/2014/main" id="{CC25869E-C3F8-9898-58B4-02C6CFF1AA9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33" y="2382219"/>
            <a:ext cx="611337" cy="611337"/>
          </a:xfrm>
          <a:prstGeom prst="rect">
            <a:avLst/>
          </a:prstGeom>
        </p:spPr>
      </p:pic>
      <p:sp>
        <p:nvSpPr>
          <p:cNvPr id="67" name="CuadroTexto 66">
            <a:extLst>
              <a:ext uri="{FF2B5EF4-FFF2-40B4-BE49-F238E27FC236}">
                <a16:creationId xmlns:a16="http://schemas.microsoft.com/office/drawing/2014/main" id="{8BDFD203-8FD3-734B-78E7-C44C151D7E37}"/>
              </a:ext>
            </a:extLst>
          </p:cNvPr>
          <p:cNvSpPr txBox="1"/>
          <p:nvPr/>
        </p:nvSpPr>
        <p:spPr>
          <a:xfrm>
            <a:off x="4874990" y="1609324"/>
            <a:ext cx="17306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 err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asyncio.gather</a:t>
            </a:r>
            <a:endParaRPr lang="en-US" sz="1400" b="1" dirty="0"/>
          </a:p>
        </p:txBody>
      </p:sp>
      <p:pic>
        <p:nvPicPr>
          <p:cNvPr id="1400" name="Gráfico 1399">
            <a:extLst>
              <a:ext uri="{FF2B5EF4-FFF2-40B4-BE49-F238E27FC236}">
                <a16:creationId xmlns:a16="http://schemas.microsoft.com/office/drawing/2014/main" id="{C19F871F-1A41-FDAE-AF43-5659D78969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667762" y="1691829"/>
            <a:ext cx="271063" cy="329671"/>
          </a:xfrm>
          <a:prstGeom prst="rect">
            <a:avLst/>
          </a:prstGeom>
        </p:spPr>
      </p:pic>
      <p:sp>
        <p:nvSpPr>
          <p:cNvPr id="68" name="Text 35">
            <a:extLst>
              <a:ext uri="{FF2B5EF4-FFF2-40B4-BE49-F238E27FC236}">
                <a16:creationId xmlns:a16="http://schemas.microsoft.com/office/drawing/2014/main" id="{AD2C50DD-8196-E9C9-1CB3-AD3353DD6E66}"/>
              </a:ext>
            </a:extLst>
          </p:cNvPr>
          <p:cNvSpPr/>
          <p:nvPr/>
        </p:nvSpPr>
        <p:spPr>
          <a:xfrm>
            <a:off x="6760758" y="472783"/>
            <a:ext cx="458916" cy="241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12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900" dirty="0"/>
          </a:p>
        </p:txBody>
      </p:sp>
      <p:grpSp>
        <p:nvGrpSpPr>
          <p:cNvPr id="85" name="Grupo 84">
            <a:extLst>
              <a:ext uri="{FF2B5EF4-FFF2-40B4-BE49-F238E27FC236}">
                <a16:creationId xmlns:a16="http://schemas.microsoft.com/office/drawing/2014/main" id="{2A18ACDF-D2F9-3637-D638-972CF6235CAA}"/>
              </a:ext>
            </a:extLst>
          </p:cNvPr>
          <p:cNvGrpSpPr/>
          <p:nvPr/>
        </p:nvGrpSpPr>
        <p:grpSpPr>
          <a:xfrm>
            <a:off x="221745" y="416699"/>
            <a:ext cx="1976566" cy="2443049"/>
            <a:chOff x="287369" y="601485"/>
            <a:chExt cx="1976566" cy="2443049"/>
          </a:xfrm>
        </p:grpSpPr>
        <p:sp>
          <p:nvSpPr>
            <p:cNvPr id="47" name="Shape 25">
              <a:extLst>
                <a:ext uri="{FF2B5EF4-FFF2-40B4-BE49-F238E27FC236}">
                  <a16:creationId xmlns:a16="http://schemas.microsoft.com/office/drawing/2014/main" id="{5EA2C890-D091-505E-DC1B-AE45EF1C349F}"/>
                </a:ext>
              </a:extLst>
            </p:cNvPr>
            <p:cNvSpPr/>
            <p:nvPr/>
          </p:nvSpPr>
          <p:spPr>
            <a:xfrm>
              <a:off x="287369" y="601485"/>
              <a:ext cx="1976566" cy="2443049"/>
            </a:xfrm>
            <a:prstGeom prst="roundRect">
              <a:avLst>
                <a:gd name="adj" fmla="val 2105"/>
              </a:avLst>
            </a:prstGeom>
            <a:solidFill>
              <a:schemeClr val="bg2"/>
            </a:solidFill>
            <a:ln w="25400">
              <a:solidFill>
                <a:srgbClr val="777777"/>
              </a:solidFill>
              <a:prstDash val="lgDash"/>
            </a:ln>
            <a:effectLst>
              <a:outerShdw blurRad="76200" dist="254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es-ES" dirty="0"/>
            </a:p>
          </p:txBody>
        </p:sp>
        <p:pic>
          <p:nvPicPr>
            <p:cNvPr id="52" name="Gráfico 51">
              <a:extLst>
                <a:ext uri="{FF2B5EF4-FFF2-40B4-BE49-F238E27FC236}">
                  <a16:creationId xmlns:a16="http://schemas.microsoft.com/office/drawing/2014/main" id="{5B5EBB3F-0ED7-6682-6909-D7204BA496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17841" y="782771"/>
              <a:ext cx="348984" cy="348984"/>
            </a:xfrm>
            <a:prstGeom prst="rect">
              <a:avLst/>
            </a:prstGeom>
          </p:spPr>
        </p:pic>
        <p:sp>
          <p:nvSpPr>
            <p:cNvPr id="1374" name="Text 34">
              <a:extLst>
                <a:ext uri="{FF2B5EF4-FFF2-40B4-BE49-F238E27FC236}">
                  <a16:creationId xmlns:a16="http://schemas.microsoft.com/office/drawing/2014/main" id="{AD940664-FE97-8B7C-60C8-ED0628ABDD0F}"/>
                </a:ext>
              </a:extLst>
            </p:cNvPr>
            <p:cNvSpPr/>
            <p:nvPr/>
          </p:nvSpPr>
          <p:spPr>
            <a:xfrm>
              <a:off x="778873" y="825583"/>
              <a:ext cx="694365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Origen</a:t>
              </a:r>
              <a:endParaRPr lang="en-US" sz="1400" dirty="0"/>
            </a:p>
          </p:txBody>
        </p:sp>
        <p:pic>
          <p:nvPicPr>
            <p:cNvPr id="1386" name="Gráfico 1385">
              <a:extLst>
                <a:ext uri="{FF2B5EF4-FFF2-40B4-BE49-F238E27FC236}">
                  <a16:creationId xmlns:a16="http://schemas.microsoft.com/office/drawing/2014/main" id="{023A9DF6-9CA3-2132-14D1-CC91B283EC5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17841" y="1330144"/>
              <a:ext cx="348984" cy="348984"/>
            </a:xfrm>
            <a:prstGeom prst="rect">
              <a:avLst/>
            </a:prstGeom>
          </p:spPr>
        </p:pic>
        <p:sp>
          <p:nvSpPr>
            <p:cNvPr id="1387" name="Text 34">
              <a:extLst>
                <a:ext uri="{FF2B5EF4-FFF2-40B4-BE49-F238E27FC236}">
                  <a16:creationId xmlns:a16="http://schemas.microsoft.com/office/drawing/2014/main" id="{45281CD1-112B-790E-D792-5FE56BB93214}"/>
                </a:ext>
              </a:extLst>
            </p:cNvPr>
            <p:cNvSpPr/>
            <p:nvPr/>
          </p:nvSpPr>
          <p:spPr>
            <a:xfrm>
              <a:off x="778873" y="1372956"/>
              <a:ext cx="1096165" cy="26335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Destino</a:t>
              </a:r>
              <a:endParaRPr lang="en-US" dirty="0"/>
            </a:p>
          </p:txBody>
        </p:sp>
        <p:sp>
          <p:nvSpPr>
            <p:cNvPr id="1388" name="CuadroTexto 1387">
              <a:extLst>
                <a:ext uri="{FF2B5EF4-FFF2-40B4-BE49-F238E27FC236}">
                  <a16:creationId xmlns:a16="http://schemas.microsoft.com/office/drawing/2014/main" id="{717027AE-9313-7D8C-E15D-3B9D0C419394}"/>
                </a:ext>
              </a:extLst>
            </p:cNvPr>
            <p:cNvSpPr txBox="1"/>
            <p:nvPr/>
          </p:nvSpPr>
          <p:spPr>
            <a:xfrm>
              <a:off x="1431994" y="128588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</a:endParaRPr>
            </a:p>
          </p:txBody>
        </p:sp>
        <p:pic>
          <p:nvPicPr>
            <p:cNvPr id="70" name="Gráfico 69">
              <a:extLst>
                <a:ext uri="{FF2B5EF4-FFF2-40B4-BE49-F238E27FC236}">
                  <a16:creationId xmlns:a16="http://schemas.microsoft.com/office/drawing/2014/main" id="{B992DE05-3513-C365-C62E-9316425DE9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413393" y="1930798"/>
              <a:ext cx="416559" cy="431737"/>
            </a:xfrm>
            <a:prstGeom prst="rect">
              <a:avLst/>
            </a:prstGeom>
          </p:spPr>
        </p:pic>
        <p:pic>
          <p:nvPicPr>
            <p:cNvPr id="72" name="Gráfico 71">
              <a:extLst>
                <a:ext uri="{FF2B5EF4-FFF2-40B4-BE49-F238E27FC236}">
                  <a16:creationId xmlns:a16="http://schemas.microsoft.com/office/drawing/2014/main" id="{6A0E6D6F-476D-6E9B-4B84-57F78A346B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403051" y="2408802"/>
              <a:ext cx="416559" cy="431737"/>
            </a:xfrm>
            <a:prstGeom prst="rect">
              <a:avLst/>
            </a:prstGeom>
          </p:spPr>
        </p:pic>
        <p:sp>
          <p:nvSpPr>
            <p:cNvPr id="73" name="Text 34">
              <a:extLst>
                <a:ext uri="{FF2B5EF4-FFF2-40B4-BE49-F238E27FC236}">
                  <a16:creationId xmlns:a16="http://schemas.microsoft.com/office/drawing/2014/main" id="{7C800AD2-A378-A315-6C46-E0808C39B2EC}"/>
                </a:ext>
              </a:extLst>
            </p:cNvPr>
            <p:cNvSpPr/>
            <p:nvPr/>
          </p:nvSpPr>
          <p:spPr>
            <a:xfrm>
              <a:off x="886752" y="2186232"/>
              <a:ext cx="494541" cy="4359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Perfil</a:t>
              </a:r>
              <a:b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</a:br>
              <a:r>
                <a:rPr lang="en-US" sz="1400" b="1" dirty="0">
                  <a:solidFill>
                    <a:srgbClr val="21212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Social</a:t>
              </a:r>
              <a:endParaRPr lang="en-US" dirty="0"/>
            </a:p>
          </p:txBody>
        </p:sp>
        <p:sp>
          <p:nvSpPr>
            <p:cNvPr id="74" name="CuadroTexto 73">
              <a:extLst>
                <a:ext uri="{FF2B5EF4-FFF2-40B4-BE49-F238E27FC236}">
                  <a16:creationId xmlns:a16="http://schemas.microsoft.com/office/drawing/2014/main" id="{D4A0C038-963C-7FA8-F0D8-50656AE08493}"/>
                </a:ext>
              </a:extLst>
            </p:cNvPr>
            <p:cNvSpPr txBox="1"/>
            <p:nvPr/>
          </p:nvSpPr>
          <p:spPr>
            <a:xfrm>
              <a:off x="1434945" y="1896362"/>
              <a:ext cx="82899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age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gender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license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purpose</a:t>
              </a:r>
            </a:p>
            <a:p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cs typeface="Courier New" pitchFamily="34" charset="-120"/>
                </a:rPr>
                <a:t>…</a:t>
              </a:r>
            </a:p>
          </p:txBody>
        </p:sp>
        <p:sp>
          <p:nvSpPr>
            <p:cNvPr id="77" name="Abrir llave 76">
              <a:extLst>
                <a:ext uri="{FF2B5EF4-FFF2-40B4-BE49-F238E27FC236}">
                  <a16:creationId xmlns:a16="http://schemas.microsoft.com/office/drawing/2014/main" id="{6A35D76F-291B-3038-B6CA-DB3D0CE767E5}"/>
                </a:ext>
              </a:extLst>
            </p:cNvPr>
            <p:cNvSpPr/>
            <p:nvPr/>
          </p:nvSpPr>
          <p:spPr>
            <a:xfrm>
              <a:off x="1352543" y="1946993"/>
              <a:ext cx="164800" cy="914400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79" name="Abrir llave 78">
              <a:extLst>
                <a:ext uri="{FF2B5EF4-FFF2-40B4-BE49-F238E27FC236}">
                  <a16:creationId xmlns:a16="http://schemas.microsoft.com/office/drawing/2014/main" id="{1878D8A6-A921-EA80-4A91-6F1FED4BA762}"/>
                </a:ext>
              </a:extLst>
            </p:cNvPr>
            <p:cNvSpPr/>
            <p:nvPr/>
          </p:nvSpPr>
          <p:spPr>
            <a:xfrm>
              <a:off x="1362619" y="130579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  <p:sp>
          <p:nvSpPr>
            <p:cNvPr id="80" name="CuadroTexto 79">
              <a:extLst>
                <a:ext uri="{FF2B5EF4-FFF2-40B4-BE49-F238E27FC236}">
                  <a16:creationId xmlns:a16="http://schemas.microsoft.com/office/drawing/2014/main" id="{F1C08351-0E5A-98EC-ED75-B49FB7A82A50}"/>
                </a:ext>
              </a:extLst>
            </p:cNvPr>
            <p:cNvSpPr txBox="1"/>
            <p:nvPr/>
          </p:nvSpPr>
          <p:spPr>
            <a:xfrm>
              <a:off x="1433090" y="740975"/>
              <a:ext cx="61016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b="1" dirty="0" err="1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lat</a:t>
              </a:r>
              <a:b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</a:br>
              <a:r>
                <a:rPr lang="en-US" sz="1200" b="1" dirty="0">
                  <a:solidFill>
                    <a:srgbClr val="777777"/>
                  </a:solidFill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long</a:t>
              </a:r>
              <a:endParaRPr lang="en-US" sz="1200" b="1" dirty="0">
                <a:solidFill>
                  <a:srgbClr val="777777"/>
                </a:solidFill>
              </a:endParaRPr>
            </a:p>
          </p:txBody>
        </p:sp>
        <p:sp>
          <p:nvSpPr>
            <p:cNvPr id="81" name="Abrir llave 80">
              <a:extLst>
                <a:ext uri="{FF2B5EF4-FFF2-40B4-BE49-F238E27FC236}">
                  <a16:creationId xmlns:a16="http://schemas.microsoft.com/office/drawing/2014/main" id="{F559C3A0-5952-4F67-6B83-A6360ED6969A}"/>
                </a:ext>
              </a:extLst>
            </p:cNvPr>
            <p:cNvSpPr/>
            <p:nvPr/>
          </p:nvSpPr>
          <p:spPr>
            <a:xfrm>
              <a:off x="1363715" y="760882"/>
              <a:ext cx="164800" cy="401961"/>
            </a:xfrm>
            <a:prstGeom prst="leftBrace">
              <a:avLst/>
            </a:prstGeom>
            <a:ln>
              <a:solidFill>
                <a:srgbClr val="77777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>
                <a:solidFill>
                  <a:sysClr val="windowText" lastClr="000000"/>
                </a:solidFill>
              </a:endParaRPr>
            </a:p>
          </p:txBody>
        </p:sp>
      </p:grpSp>
      <p:cxnSp>
        <p:nvCxnSpPr>
          <p:cNvPr id="92" name="Conector: angular 91">
            <a:extLst>
              <a:ext uri="{FF2B5EF4-FFF2-40B4-BE49-F238E27FC236}">
                <a16:creationId xmlns:a16="http://schemas.microsoft.com/office/drawing/2014/main" id="{51D1560B-DC34-AD3C-6C59-6ABBE54901FD}"/>
              </a:ext>
            </a:extLst>
          </p:cNvPr>
          <p:cNvCxnSpPr>
            <a:stCxn id="47" idx="3"/>
            <a:endCxn id="16" idx="1"/>
          </p:cNvCxnSpPr>
          <p:nvPr/>
        </p:nvCxnSpPr>
        <p:spPr>
          <a:xfrm flipV="1">
            <a:off x="2198311" y="968453"/>
            <a:ext cx="1817314" cy="669771"/>
          </a:xfrm>
          <a:prstGeom prst="bentConnector3">
            <a:avLst>
              <a:gd name="adj1" fmla="val 1416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Conector: angular 95">
            <a:extLst>
              <a:ext uri="{FF2B5EF4-FFF2-40B4-BE49-F238E27FC236}">
                <a16:creationId xmlns:a16="http://schemas.microsoft.com/office/drawing/2014/main" id="{234D83F3-04C4-F798-3B8F-2D36E2D2BE18}"/>
              </a:ext>
            </a:extLst>
          </p:cNvPr>
          <p:cNvCxnSpPr>
            <a:stCxn id="16" idx="2"/>
            <a:endCxn id="29" idx="0"/>
          </p:cNvCxnSpPr>
          <p:nvPr/>
        </p:nvCxnSpPr>
        <p:spPr>
          <a:xfrm rot="5400000">
            <a:off x="5158205" y="968135"/>
            <a:ext cx="920661" cy="2063491"/>
          </a:xfrm>
          <a:prstGeom prst="bentConnector3">
            <a:avLst>
              <a:gd name="adj1" fmla="val 6286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Conector: angular 97">
            <a:extLst>
              <a:ext uri="{FF2B5EF4-FFF2-40B4-BE49-F238E27FC236}">
                <a16:creationId xmlns:a16="http://schemas.microsoft.com/office/drawing/2014/main" id="{188E789A-6CB8-CC23-4A9A-16C860A666F1}"/>
              </a:ext>
            </a:extLst>
          </p:cNvPr>
          <p:cNvCxnSpPr>
            <a:stCxn id="16" idx="2"/>
            <a:endCxn id="35" idx="0"/>
          </p:cNvCxnSpPr>
          <p:nvPr/>
        </p:nvCxnSpPr>
        <p:spPr>
          <a:xfrm rot="5400000">
            <a:off x="5849516" y="1639724"/>
            <a:ext cx="900938" cy="700591"/>
          </a:xfrm>
          <a:prstGeom prst="bentConnector3">
            <a:avLst>
              <a:gd name="adj1" fmla="val 6387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Conector: angular 99">
            <a:extLst>
              <a:ext uri="{FF2B5EF4-FFF2-40B4-BE49-F238E27FC236}">
                <a16:creationId xmlns:a16="http://schemas.microsoft.com/office/drawing/2014/main" id="{6EB43933-DC4D-003C-A4D7-2F99EC1557E0}"/>
              </a:ext>
            </a:extLst>
          </p:cNvPr>
          <p:cNvCxnSpPr>
            <a:stCxn id="16" idx="2"/>
            <a:endCxn id="41" idx="0"/>
          </p:cNvCxnSpPr>
          <p:nvPr/>
        </p:nvCxnSpPr>
        <p:spPr>
          <a:xfrm rot="16200000" flipH="1">
            <a:off x="6527891" y="1661938"/>
            <a:ext cx="907086" cy="662309"/>
          </a:xfrm>
          <a:prstGeom prst="bentConnector3">
            <a:avLst>
              <a:gd name="adj1" fmla="val 63779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r 101">
            <a:extLst>
              <a:ext uri="{FF2B5EF4-FFF2-40B4-BE49-F238E27FC236}">
                <a16:creationId xmlns:a16="http://schemas.microsoft.com/office/drawing/2014/main" id="{3DE2B4D6-D659-EC83-0CB3-5343C849895D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rot="16200000" flipH="1">
            <a:off x="7206664" y="983166"/>
            <a:ext cx="920660" cy="2033428"/>
          </a:xfrm>
          <a:prstGeom prst="bentConnector3">
            <a:avLst>
              <a:gd name="adj1" fmla="val 62862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 34">
            <a:extLst>
              <a:ext uri="{FF2B5EF4-FFF2-40B4-BE49-F238E27FC236}">
                <a16:creationId xmlns:a16="http://schemas.microsoft.com/office/drawing/2014/main" id="{3BC1CE18-71AD-0493-B331-86B1A3072BBA}"/>
              </a:ext>
            </a:extLst>
          </p:cNvPr>
          <p:cNvSpPr/>
          <p:nvPr/>
        </p:nvSpPr>
        <p:spPr>
          <a:xfrm>
            <a:off x="5399888" y="1837264"/>
            <a:ext cx="1137883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400" b="1" dirty="0" err="1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concurrencia</a:t>
            </a:r>
            <a:r>
              <a:rPr lang="en-US" sz="1400" b="1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400" b="1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119" name="Gráfico 118">
            <a:extLst>
              <a:ext uri="{FF2B5EF4-FFF2-40B4-BE49-F238E27FC236}">
                <a16:creationId xmlns:a16="http://schemas.microsoft.com/office/drawing/2014/main" id="{7330BA0B-B60A-8E8F-2286-9945FB4C32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08626" y="3600727"/>
            <a:ext cx="479206" cy="479206"/>
          </a:xfrm>
          <a:prstGeom prst="rect">
            <a:avLst/>
          </a:prstGeom>
        </p:spPr>
      </p:pic>
      <p:sp>
        <p:nvSpPr>
          <p:cNvPr id="120" name="CuadroTexto 119">
            <a:extLst>
              <a:ext uri="{FF2B5EF4-FFF2-40B4-BE49-F238E27FC236}">
                <a16:creationId xmlns:a16="http://schemas.microsoft.com/office/drawing/2014/main" id="{BFA1A032-D2AB-1C4B-7BE8-A0B403C882D0}"/>
              </a:ext>
            </a:extLst>
          </p:cNvPr>
          <p:cNvSpPr txBox="1"/>
          <p:nvPr/>
        </p:nvSpPr>
        <p:spPr>
          <a:xfrm>
            <a:off x="911851" y="3698019"/>
            <a:ext cx="20249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lpmc_inference.py</a:t>
            </a:r>
            <a:endParaRPr lang="en-US" sz="1400" b="1" dirty="0"/>
          </a:p>
        </p:txBody>
      </p:sp>
      <p:sp>
        <p:nvSpPr>
          <p:cNvPr id="121" name="Shape 43">
            <a:extLst>
              <a:ext uri="{FF2B5EF4-FFF2-40B4-BE49-F238E27FC236}">
                <a16:creationId xmlns:a16="http://schemas.microsoft.com/office/drawing/2014/main" id="{D687980B-66DB-15FC-501B-336D292CEBB1}"/>
              </a:ext>
            </a:extLst>
          </p:cNvPr>
          <p:cNvSpPr/>
          <p:nvPr/>
        </p:nvSpPr>
        <p:spPr>
          <a:xfrm>
            <a:off x="610474" y="4102581"/>
            <a:ext cx="2178777" cy="2245259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urier New" pitchFamily="34" charset="0"/>
                <a:ea typeface="Calibri" panose="020F0502020204030204" pitchFamily="34" charset="0"/>
                <a:cs typeface="Courier New" pitchFamily="34" charset="-120"/>
              </a:rPr>
              <a:t>build_route_features</a:t>
            </a:r>
            <a:endParaRPr lang="en-US" sz="1200" b="1" dirty="0"/>
          </a:p>
        </p:txBody>
      </p:sp>
      <p:sp>
        <p:nvSpPr>
          <p:cNvPr id="122" name="Text 54">
            <a:extLst>
              <a:ext uri="{FF2B5EF4-FFF2-40B4-BE49-F238E27FC236}">
                <a16:creationId xmlns:a16="http://schemas.microsoft.com/office/drawing/2014/main" id="{E292392E-C6E8-7020-CB16-C00507ACEF20}"/>
              </a:ext>
            </a:extLst>
          </p:cNvPr>
          <p:cNvSpPr/>
          <p:nvPr/>
        </p:nvSpPr>
        <p:spPr>
          <a:xfrm>
            <a:off x="788663" y="4334069"/>
            <a:ext cx="1434845" cy="1010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distance</a:t>
            </a: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dur_driving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dur_cycling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r>
              <a:rPr lang="en-US" sz="1000" b="1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legs OTP</a:t>
            </a:r>
          </a:p>
        </p:txBody>
      </p:sp>
      <p:sp>
        <p:nvSpPr>
          <p:cNvPr id="125" name="CuadroTexto 124">
            <a:extLst>
              <a:ext uri="{FF2B5EF4-FFF2-40B4-BE49-F238E27FC236}">
                <a16:creationId xmlns:a16="http://schemas.microsoft.com/office/drawing/2014/main" id="{BBF9ABA0-72B1-B54B-3305-13E17B4D16E6}"/>
              </a:ext>
            </a:extLst>
          </p:cNvPr>
          <p:cNvSpPr txBox="1"/>
          <p:nvPr/>
        </p:nvSpPr>
        <p:spPr>
          <a:xfrm>
            <a:off x="756078" y="5219395"/>
            <a:ext cx="197653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dur_pt_access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dur_pt_bus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dur_pt_rail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dur_pt_int_waiting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dur_pt_int_walking</a:t>
            </a:r>
            <a:endParaRPr lang="en-US" sz="10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sz="1000" b="1" dirty="0" err="1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pt_n_interchanges</a:t>
            </a:r>
            <a:endParaRPr lang="en-US" sz="1400" b="1" dirty="0">
              <a:solidFill>
                <a:schemeClr val="bg2">
                  <a:lumMod val="50000"/>
                </a:schemeClr>
              </a:solidFill>
              <a:latin typeface="Courier New" panose="02070309020205020404" pitchFamily="49" charset="0"/>
              <a:ea typeface="Calibri" pitchFamily="34" charset="-122"/>
              <a:cs typeface="Courier New" panose="02070309020205020404" pitchFamily="49" charset="0"/>
            </a:endParaRPr>
          </a:p>
        </p:txBody>
      </p:sp>
      <p:sp>
        <p:nvSpPr>
          <p:cNvPr id="1412" name="Shape 43">
            <a:extLst>
              <a:ext uri="{FF2B5EF4-FFF2-40B4-BE49-F238E27FC236}">
                <a16:creationId xmlns:a16="http://schemas.microsoft.com/office/drawing/2014/main" id="{14CFA1E2-5B5C-C2EE-4FB1-909AD4C7E6A2}"/>
              </a:ext>
            </a:extLst>
          </p:cNvPr>
          <p:cNvSpPr/>
          <p:nvPr/>
        </p:nvSpPr>
        <p:spPr>
          <a:xfrm>
            <a:off x="3011186" y="4313091"/>
            <a:ext cx="2094780" cy="1825504"/>
          </a:xfrm>
          <a:prstGeom prst="roundRect">
            <a:avLst>
              <a:gd name="adj" fmla="val 10000"/>
            </a:avLst>
          </a:prstGeom>
          <a:solidFill>
            <a:srgbClr val="FFFDE7"/>
          </a:solidFill>
          <a:ln w="19050">
            <a:solidFill>
              <a:srgbClr val="F9A825"/>
            </a:solidFill>
            <a:prstDash val="solid"/>
          </a:ln>
        </p:spPr>
        <p:txBody>
          <a:bodyPr/>
          <a:lstStyle/>
          <a:p>
            <a:r>
              <a:rPr lang="en-US" sz="1200" b="1" dirty="0" err="1">
                <a:latin typeface="Courier New" pitchFamily="34" charset="0"/>
                <a:ea typeface="Calibri" panose="020F0502020204030204" pitchFamily="34" charset="0"/>
                <a:cs typeface="Courier New" pitchFamily="34" charset="-120"/>
              </a:rPr>
              <a:t>build_feature_frame</a:t>
            </a:r>
            <a:endParaRPr lang="en-US" sz="1200" b="1" dirty="0"/>
          </a:p>
        </p:txBody>
      </p:sp>
      <p:sp>
        <p:nvSpPr>
          <p:cNvPr id="1413" name="Text 54">
            <a:extLst>
              <a:ext uri="{FF2B5EF4-FFF2-40B4-BE49-F238E27FC236}">
                <a16:creationId xmlns:a16="http://schemas.microsoft.com/office/drawing/2014/main" id="{2B8E2D18-B263-DE55-26B6-5E2982979AC6}"/>
              </a:ext>
            </a:extLst>
          </p:cNvPr>
          <p:cNvSpPr/>
          <p:nvPr/>
        </p:nvSpPr>
        <p:spPr>
          <a:xfrm>
            <a:off x="3213090" y="4718161"/>
            <a:ext cx="1860730" cy="1147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Agrega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sociodemográficas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One-Hot Encoding</a:t>
            </a:r>
            <a:b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US" sz="1100" b="1" dirty="0">
              <a:solidFill>
                <a:schemeClr val="bg2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Convierte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100" b="1" dirty="0" err="1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duraciones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(h)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→ </a:t>
            </a:r>
            <a:r>
              <a:rPr lang="en-US" sz="1100" b="1" dirty="0">
                <a:solidFill>
                  <a:schemeClr val="bg2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1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416" name="Conector: angular 1415">
            <a:extLst>
              <a:ext uri="{FF2B5EF4-FFF2-40B4-BE49-F238E27FC236}">
                <a16:creationId xmlns:a16="http://schemas.microsoft.com/office/drawing/2014/main" id="{583C96F4-A320-5710-AD52-9FF9E20C1AED}"/>
              </a:ext>
            </a:extLst>
          </p:cNvPr>
          <p:cNvCxnSpPr>
            <a:cxnSpLocks/>
            <a:stCxn id="94" idx="2"/>
            <a:endCxn id="121" idx="1"/>
          </p:cNvCxnSpPr>
          <p:nvPr/>
        </p:nvCxnSpPr>
        <p:spPr>
          <a:xfrm rot="5400000">
            <a:off x="2555072" y="1142054"/>
            <a:ext cx="2138559" cy="6027754"/>
          </a:xfrm>
          <a:prstGeom prst="bentConnector4">
            <a:avLst>
              <a:gd name="adj1" fmla="val 10218"/>
              <a:gd name="adj2" fmla="val 106411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18" name="Conector: angular 1417">
            <a:extLst>
              <a:ext uri="{FF2B5EF4-FFF2-40B4-BE49-F238E27FC236}">
                <a16:creationId xmlns:a16="http://schemas.microsoft.com/office/drawing/2014/main" id="{820B11E2-CA4C-6532-1DE6-714C215FC372}"/>
              </a:ext>
            </a:extLst>
          </p:cNvPr>
          <p:cNvCxnSpPr>
            <a:stCxn id="121" idx="3"/>
            <a:endCxn id="1412" idx="1"/>
          </p:cNvCxnSpPr>
          <p:nvPr/>
        </p:nvCxnSpPr>
        <p:spPr>
          <a:xfrm>
            <a:off x="2789251" y="5225211"/>
            <a:ext cx="221935" cy="6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447" name="Grupo 1446">
            <a:extLst>
              <a:ext uri="{FF2B5EF4-FFF2-40B4-BE49-F238E27FC236}">
                <a16:creationId xmlns:a16="http://schemas.microsoft.com/office/drawing/2014/main" id="{7775F629-33DB-439B-FFD3-1B822329EFE4}"/>
              </a:ext>
            </a:extLst>
          </p:cNvPr>
          <p:cNvGrpSpPr/>
          <p:nvPr/>
        </p:nvGrpSpPr>
        <p:grpSpPr>
          <a:xfrm>
            <a:off x="5504834" y="3769014"/>
            <a:ext cx="1677036" cy="2911674"/>
            <a:chOff x="5472688" y="3569096"/>
            <a:chExt cx="1677036" cy="2911674"/>
          </a:xfrm>
        </p:grpSpPr>
        <p:grpSp>
          <p:nvGrpSpPr>
            <p:cNvPr id="1439" name="Grupo 1438">
              <a:extLst>
                <a:ext uri="{FF2B5EF4-FFF2-40B4-BE49-F238E27FC236}">
                  <a16:creationId xmlns:a16="http://schemas.microsoft.com/office/drawing/2014/main" id="{84F19659-0F2F-6241-6B01-B50585E2DBB3}"/>
                </a:ext>
              </a:extLst>
            </p:cNvPr>
            <p:cNvGrpSpPr/>
            <p:nvPr/>
          </p:nvGrpSpPr>
          <p:grpSpPr>
            <a:xfrm>
              <a:off x="5477218" y="3569096"/>
              <a:ext cx="1653882" cy="2911674"/>
              <a:chOff x="9066910" y="2945375"/>
              <a:chExt cx="1653881" cy="2911674"/>
            </a:xfrm>
          </p:grpSpPr>
          <p:sp>
            <p:nvSpPr>
              <p:cNvPr id="1440" name="Shape 17">
                <a:extLst>
                  <a:ext uri="{FF2B5EF4-FFF2-40B4-BE49-F238E27FC236}">
                    <a16:creationId xmlns:a16="http://schemas.microsoft.com/office/drawing/2014/main" id="{BAD29393-066C-D084-EA10-896FFED7066C}"/>
                  </a:ext>
                </a:extLst>
              </p:cNvPr>
              <p:cNvSpPr/>
              <p:nvPr/>
            </p:nvSpPr>
            <p:spPr>
              <a:xfrm>
                <a:off x="9075902" y="2945375"/>
                <a:ext cx="1644889" cy="2911674"/>
              </a:xfrm>
              <a:prstGeom prst="roundRect">
                <a:avLst>
                  <a:gd name="adj" fmla="val 9259"/>
                </a:avLst>
              </a:prstGeom>
              <a:solidFill>
                <a:srgbClr val="FFFDE7"/>
              </a:solidFill>
              <a:ln w="19050">
                <a:solidFill>
                  <a:srgbClr val="F9A825"/>
                </a:solidFill>
                <a:prstDash val="solid"/>
              </a:ln>
            </p:spPr>
            <p:txBody>
              <a:bodyPr/>
              <a:lstStyle/>
              <a:p>
                <a:endParaRPr lang="es-ES"/>
              </a:p>
            </p:txBody>
          </p:sp>
          <p:sp>
            <p:nvSpPr>
              <p:cNvPr id="1441" name="Text 18">
                <a:extLst>
                  <a:ext uri="{FF2B5EF4-FFF2-40B4-BE49-F238E27FC236}">
                    <a16:creationId xmlns:a16="http://schemas.microsoft.com/office/drawing/2014/main" id="{0B015604-9AA9-BB9A-3A8A-9CC2B3507289}"/>
                  </a:ext>
                </a:extLst>
              </p:cNvPr>
              <p:cNvSpPr/>
              <p:nvPr/>
            </p:nvSpPr>
            <p:spPr>
              <a:xfrm>
                <a:off x="9066910" y="3904145"/>
                <a:ext cx="1644889" cy="288497"/>
              </a:xfrm>
              <a:prstGeom prst="rect">
                <a:avLst/>
              </a:prstGeom>
              <a:noFill/>
              <a:ln/>
            </p:spPr>
            <p:txBody>
              <a:bodyPr wrap="square" lIns="25400" tIns="25400" rIns="25400" bIns="25400" rtlCol="0" anchor="ctr"/>
              <a:lstStyle/>
              <a:p>
                <a:pPr marL="0" indent="0" algn="ctr">
                  <a:buNone/>
                </a:pPr>
                <a:r>
                  <a:rPr lang="en-US" sz="1100" b="1" dirty="0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Solo columnas </a:t>
                </a:r>
                <a:r>
                  <a:rPr lang="en-US" sz="1100" b="1" dirty="0" err="1">
                    <a:solidFill>
                      <a:schemeClr val="bg2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continuas</a:t>
                </a:r>
                <a:endParaRPr lang="en-US" sz="1100" b="1" dirty="0">
                  <a:solidFill>
                    <a:schemeClr val="bg2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1361" name="Gráfico 1360">
              <a:extLst>
                <a:ext uri="{FF2B5EF4-FFF2-40B4-BE49-F238E27FC236}">
                  <a16:creationId xmlns:a16="http://schemas.microsoft.com/office/drawing/2014/main" id="{2A235CD9-B92A-A85C-6299-91BDE86F4D7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274096" y="3601456"/>
              <a:ext cx="766515" cy="415081"/>
            </a:xfrm>
            <a:prstGeom prst="rect">
              <a:avLst/>
            </a:prstGeom>
          </p:spPr>
        </p:pic>
        <p:sp>
          <p:nvSpPr>
            <p:cNvPr id="1445" name="CuadroTexto 1444">
              <a:extLst>
                <a:ext uri="{FF2B5EF4-FFF2-40B4-BE49-F238E27FC236}">
                  <a16:creationId xmlns:a16="http://schemas.microsoft.com/office/drawing/2014/main" id="{5F18B943-8E5F-1800-BAAA-17552C1AFAA2}"/>
                </a:ext>
              </a:extLst>
            </p:cNvPr>
            <p:cNvSpPr txBox="1"/>
            <p:nvPr/>
          </p:nvSpPr>
          <p:spPr>
            <a:xfrm>
              <a:off x="5472688" y="4049218"/>
              <a:ext cx="167703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 err="1">
                  <a:latin typeface="Courier New" pitchFamily="34" charset="0"/>
                  <a:cs typeface="Courier New" pitchFamily="34" charset="-120"/>
                </a:rPr>
                <a:t>StandardScaler</a:t>
              </a:r>
              <a:br>
                <a:rPr lang="en-US" sz="1400" b="1" dirty="0">
                  <a:latin typeface="Courier New" pitchFamily="34" charset="0"/>
                  <a:cs typeface="Courier New" pitchFamily="34" charset="-120"/>
                </a:rPr>
              </a:br>
              <a:r>
                <a:rPr lang="en-US" sz="1400" b="1" dirty="0">
                  <a:latin typeface="Courier New" pitchFamily="34" charset="0"/>
                  <a:cs typeface="Courier New" pitchFamily="34" charset="-120"/>
                </a:rPr>
                <a:t>.transform</a:t>
              </a:r>
              <a:endParaRPr lang="en-US" sz="1400" b="1" dirty="0"/>
            </a:p>
          </p:txBody>
        </p:sp>
        <p:pic>
          <p:nvPicPr>
            <p:cNvPr id="1425" name="Imagen 1424">
              <a:extLst>
                <a:ext uri="{FF2B5EF4-FFF2-40B4-BE49-F238E27FC236}">
                  <a16:creationId xmlns:a16="http://schemas.microsoft.com/office/drawing/2014/main" id="{876AF0EA-D9F1-0AFC-0F5A-CFCBE0E5B8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27644" y="4801900"/>
              <a:ext cx="1344034" cy="958987"/>
            </a:xfrm>
            <a:prstGeom prst="rect">
              <a:avLst/>
            </a:prstGeom>
          </p:spPr>
        </p:pic>
        <p:pic>
          <p:nvPicPr>
            <p:cNvPr id="1372" name="Imagen 1371" descr="machine learning - Difference between standardscaler and Normalizer in  sklearn.preprocessing - Stack Overflow">
              <a:extLst>
                <a:ext uri="{FF2B5EF4-FFF2-40B4-BE49-F238E27FC236}">
                  <a16:creationId xmlns:a16="http://schemas.microsoft.com/office/drawing/2014/main" id="{3FD92362-3D86-846B-8814-5F37FC4DC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5627644" y="5295422"/>
              <a:ext cx="1344035" cy="1125320"/>
            </a:xfrm>
            <a:prstGeom prst="rect">
              <a:avLst/>
            </a:prstGeom>
          </p:spPr>
        </p:pic>
      </p:grpSp>
      <p:cxnSp>
        <p:nvCxnSpPr>
          <p:cNvPr id="1449" name="Conector: angular 1448">
            <a:extLst>
              <a:ext uri="{FF2B5EF4-FFF2-40B4-BE49-F238E27FC236}">
                <a16:creationId xmlns:a16="http://schemas.microsoft.com/office/drawing/2014/main" id="{7DAAC629-0872-8430-EF41-66DC2D8C7007}"/>
              </a:ext>
            </a:extLst>
          </p:cNvPr>
          <p:cNvCxnSpPr>
            <a:cxnSpLocks/>
            <a:stCxn id="1412" idx="3"/>
            <a:endCxn id="1440" idx="1"/>
          </p:cNvCxnSpPr>
          <p:nvPr/>
        </p:nvCxnSpPr>
        <p:spPr>
          <a:xfrm flipV="1">
            <a:off x="5105966" y="5224851"/>
            <a:ext cx="412390" cy="99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370" name="Gráfico 1369">
            <a:extLst>
              <a:ext uri="{FF2B5EF4-FFF2-40B4-BE49-F238E27FC236}">
                <a16:creationId xmlns:a16="http://schemas.microsoft.com/office/drawing/2014/main" id="{319F3CAD-1EFA-9FE7-CF49-2712F01136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625497" y="3856014"/>
            <a:ext cx="426461" cy="357117"/>
          </a:xfrm>
          <a:prstGeom prst="rect">
            <a:avLst/>
          </a:prstGeom>
        </p:spPr>
      </p:pic>
      <p:sp>
        <p:nvSpPr>
          <p:cNvPr id="1450" name="Text 34">
            <a:extLst>
              <a:ext uri="{FF2B5EF4-FFF2-40B4-BE49-F238E27FC236}">
                <a16:creationId xmlns:a16="http://schemas.microsoft.com/office/drawing/2014/main" id="{DA5F8794-27C1-18DE-C927-E42A1755BDA2}"/>
              </a:ext>
            </a:extLst>
          </p:cNvPr>
          <p:cNvSpPr/>
          <p:nvPr/>
        </p:nvSpPr>
        <p:spPr>
          <a:xfrm>
            <a:off x="8376622" y="5826485"/>
            <a:ext cx="675132" cy="1698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</a:t>
            </a:r>
            <a:endParaRPr lang="en-US" sz="2000" dirty="0"/>
          </a:p>
        </p:txBody>
      </p:sp>
      <p:cxnSp>
        <p:nvCxnSpPr>
          <p:cNvPr id="1046" name="Conector: angular 1045">
            <a:extLst>
              <a:ext uri="{FF2B5EF4-FFF2-40B4-BE49-F238E27FC236}">
                <a16:creationId xmlns:a16="http://schemas.microsoft.com/office/drawing/2014/main" id="{6B43CF7D-A32D-0A80-7DD1-434A82414CD2}"/>
              </a:ext>
            </a:extLst>
          </p:cNvPr>
          <p:cNvCxnSpPr>
            <a:cxnSpLocks/>
            <a:stCxn id="29" idx="2"/>
            <a:endCxn id="94" idx="2"/>
          </p:cNvCxnSpPr>
          <p:nvPr/>
        </p:nvCxnSpPr>
        <p:spPr>
          <a:xfrm rot="16200000" flipH="1">
            <a:off x="5494362" y="1942786"/>
            <a:ext cx="236292" cy="20514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5" name="Conector: angular 1054">
            <a:extLst>
              <a:ext uri="{FF2B5EF4-FFF2-40B4-BE49-F238E27FC236}">
                <a16:creationId xmlns:a16="http://schemas.microsoft.com/office/drawing/2014/main" id="{B24FAFE3-69B3-815F-4CE3-D5648F25809C}"/>
              </a:ext>
            </a:extLst>
          </p:cNvPr>
          <p:cNvCxnSpPr>
            <a:cxnSpLocks/>
            <a:stCxn id="35" idx="2"/>
            <a:endCxn id="94" idx="2"/>
          </p:cNvCxnSpPr>
          <p:nvPr/>
        </p:nvCxnSpPr>
        <p:spPr>
          <a:xfrm rot="16200000" flipH="1">
            <a:off x="6175812" y="2624236"/>
            <a:ext cx="236292" cy="688539"/>
          </a:xfrm>
          <a:prstGeom prst="bentConnector3">
            <a:avLst>
              <a:gd name="adj1" fmla="val 43624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8" name="Conector: angular 1057">
            <a:extLst>
              <a:ext uri="{FF2B5EF4-FFF2-40B4-BE49-F238E27FC236}">
                <a16:creationId xmlns:a16="http://schemas.microsoft.com/office/drawing/2014/main" id="{2862EBE8-A7E5-1952-C94C-5A4F3213C07F}"/>
              </a:ext>
            </a:extLst>
          </p:cNvPr>
          <p:cNvCxnSpPr>
            <a:cxnSpLocks/>
            <a:stCxn id="41" idx="2"/>
            <a:endCxn id="94" idx="2"/>
          </p:cNvCxnSpPr>
          <p:nvPr/>
        </p:nvCxnSpPr>
        <p:spPr>
          <a:xfrm rot="5400000">
            <a:off x="6857078" y="2631141"/>
            <a:ext cx="236662" cy="674361"/>
          </a:xfrm>
          <a:prstGeom prst="bentConnector3">
            <a:avLst>
              <a:gd name="adj1" fmla="val 4371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Conector: angular 1060">
            <a:extLst>
              <a:ext uri="{FF2B5EF4-FFF2-40B4-BE49-F238E27FC236}">
                <a16:creationId xmlns:a16="http://schemas.microsoft.com/office/drawing/2014/main" id="{AF8B3A58-0C09-FD57-7F9E-BCDEA62981ED}"/>
              </a:ext>
            </a:extLst>
          </p:cNvPr>
          <p:cNvCxnSpPr>
            <a:cxnSpLocks/>
            <a:stCxn id="20" idx="2"/>
            <a:endCxn id="94" idx="2"/>
          </p:cNvCxnSpPr>
          <p:nvPr/>
        </p:nvCxnSpPr>
        <p:spPr>
          <a:xfrm rot="5400000">
            <a:off x="7538714" y="1941657"/>
            <a:ext cx="244509" cy="2045480"/>
          </a:xfrm>
          <a:prstGeom prst="bentConnector3">
            <a:avLst>
              <a:gd name="adj1" fmla="val 45517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71" name="Imagen 1070">
            <a:extLst>
              <a:ext uri="{FF2B5EF4-FFF2-40B4-BE49-F238E27FC236}">
                <a16:creationId xmlns:a16="http://schemas.microsoft.com/office/drawing/2014/main" id="{519FFB87-70BB-EFD6-FA71-129E69C23DD9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574" y="4521988"/>
            <a:ext cx="492510" cy="492510"/>
          </a:xfrm>
          <a:prstGeom prst="rect">
            <a:avLst/>
          </a:prstGeom>
        </p:spPr>
      </p:pic>
      <p:pic>
        <p:nvPicPr>
          <p:cNvPr id="1073" name="Gráfico 1072">
            <a:extLst>
              <a:ext uri="{FF2B5EF4-FFF2-40B4-BE49-F238E27FC236}">
                <a16:creationId xmlns:a16="http://schemas.microsoft.com/office/drawing/2014/main" id="{C1BE8422-5997-E856-D56D-971BD4E163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2998992" y="498183"/>
            <a:ext cx="362195" cy="399663"/>
          </a:xfrm>
          <a:prstGeom prst="rect">
            <a:avLst/>
          </a:prstGeom>
        </p:spPr>
      </p:pic>
      <p:pic>
        <p:nvPicPr>
          <p:cNvPr id="1076" name="Gráfico 1075">
            <a:extLst>
              <a:ext uri="{FF2B5EF4-FFF2-40B4-BE49-F238E27FC236}">
                <a16:creationId xmlns:a16="http://schemas.microsoft.com/office/drawing/2014/main" id="{CF9DAE17-2AAB-BDD2-30E4-00D4A95FB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001178" y="3819141"/>
            <a:ext cx="362195" cy="399663"/>
          </a:xfrm>
          <a:prstGeom prst="rect">
            <a:avLst/>
          </a:prstGeom>
        </p:spPr>
      </p:pic>
      <p:sp>
        <p:nvSpPr>
          <p:cNvPr id="1077" name="Text 34">
            <a:extLst>
              <a:ext uri="{FF2B5EF4-FFF2-40B4-BE49-F238E27FC236}">
                <a16:creationId xmlns:a16="http://schemas.microsoft.com/office/drawing/2014/main" id="{B1527BD6-C8B3-ED35-69E6-F458FB726F9F}"/>
              </a:ext>
            </a:extLst>
          </p:cNvPr>
          <p:cNvSpPr/>
          <p:nvPr/>
        </p:nvSpPr>
        <p:spPr>
          <a:xfrm>
            <a:off x="10416881" y="3889692"/>
            <a:ext cx="1310949" cy="262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2000" dirty="0"/>
          </a:p>
        </p:txBody>
      </p:sp>
      <p:pic>
        <p:nvPicPr>
          <p:cNvPr id="1079" name="Image 9" descr="Coche con relleno sólido">
            <a:extLst>
              <a:ext uri="{FF2B5EF4-FFF2-40B4-BE49-F238E27FC236}">
                <a16:creationId xmlns:a16="http://schemas.microsoft.com/office/drawing/2014/main" id="{52914CE9-FFD7-3DE0-B506-D87A8A600A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1745835" y="4347931"/>
            <a:ext cx="292608" cy="292608"/>
          </a:xfrm>
          <a:prstGeom prst="rect">
            <a:avLst/>
          </a:prstGeom>
        </p:spPr>
      </p:pic>
      <p:pic>
        <p:nvPicPr>
          <p:cNvPr id="1080" name="Image 9" descr="Triciclo con relleno sólido">
            <a:extLst>
              <a:ext uri="{FF2B5EF4-FFF2-40B4-BE49-F238E27FC236}">
                <a16:creationId xmlns:a16="http://schemas.microsoft.com/office/drawing/2014/main" id="{1059EE83-B407-1448-3271-FAEA47D54A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1745835" y="4544052"/>
            <a:ext cx="292608" cy="292608"/>
          </a:xfrm>
          <a:prstGeom prst="rect">
            <a:avLst/>
          </a:prstGeom>
        </p:spPr>
      </p:pic>
      <p:pic>
        <p:nvPicPr>
          <p:cNvPr id="1081" name="Image 9" descr="Andar con relleno sólido">
            <a:extLst>
              <a:ext uri="{FF2B5EF4-FFF2-40B4-BE49-F238E27FC236}">
                <a16:creationId xmlns:a16="http://schemas.microsoft.com/office/drawing/2014/main" id="{B97CDB3B-1F50-3812-2772-AE58EE59B8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11786067" y="4787977"/>
            <a:ext cx="231553" cy="231553"/>
          </a:xfrm>
          <a:prstGeom prst="rect">
            <a:avLst/>
          </a:prstGeom>
        </p:spPr>
      </p:pic>
      <p:pic>
        <p:nvPicPr>
          <p:cNvPr id="1082" name="Image 9" descr="Autobús con relleno sólido">
            <a:extLst>
              <a:ext uri="{FF2B5EF4-FFF2-40B4-BE49-F238E27FC236}">
                <a16:creationId xmlns:a16="http://schemas.microsoft.com/office/drawing/2014/main" id="{BD130FE1-8E7F-C0C9-B3DD-A60EBC1B8F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1752413" y="4963557"/>
            <a:ext cx="292506" cy="292608"/>
          </a:xfrm>
          <a:prstGeom prst="rect">
            <a:avLst/>
          </a:prstGeom>
        </p:spPr>
      </p:pic>
      <p:sp>
        <p:nvSpPr>
          <p:cNvPr id="1083" name="Text 34">
            <a:extLst>
              <a:ext uri="{FF2B5EF4-FFF2-40B4-BE49-F238E27FC236}">
                <a16:creationId xmlns:a16="http://schemas.microsoft.com/office/drawing/2014/main" id="{6103D950-D6A3-5446-4FD5-1524C89ABC07}"/>
              </a:ext>
            </a:extLst>
          </p:cNvPr>
          <p:cNvSpPr/>
          <p:nvPr/>
        </p:nvSpPr>
        <p:spPr>
          <a:xfrm>
            <a:off x="10468076" y="4416033"/>
            <a:ext cx="1267329" cy="7892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Predicted</a:t>
            </a:r>
            <a:b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</a:b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Mode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085" name="Imagen 1084">
            <a:extLst>
              <a:ext uri="{FF2B5EF4-FFF2-40B4-BE49-F238E27FC236}">
                <a16:creationId xmlns:a16="http://schemas.microsoft.com/office/drawing/2014/main" id="{D9D64787-CCBF-62EE-C603-00422588B671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957643" y="5420011"/>
            <a:ext cx="492510" cy="492510"/>
          </a:xfrm>
          <a:prstGeom prst="rect">
            <a:avLst/>
          </a:prstGeom>
        </p:spPr>
      </p:pic>
      <p:sp>
        <p:nvSpPr>
          <p:cNvPr id="1086" name="Text 34">
            <a:extLst>
              <a:ext uri="{FF2B5EF4-FFF2-40B4-BE49-F238E27FC236}">
                <a16:creationId xmlns:a16="http://schemas.microsoft.com/office/drawing/2014/main" id="{E8DF14B3-8F1B-B2A0-71EA-EA958123ACBF}"/>
              </a:ext>
            </a:extLst>
          </p:cNvPr>
          <p:cNvSpPr/>
          <p:nvPr/>
        </p:nvSpPr>
        <p:spPr>
          <a:xfrm>
            <a:off x="10460501" y="5512140"/>
            <a:ext cx="1267329" cy="33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Confidence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1472" name="Imagen 1471">
            <a:extLst>
              <a:ext uri="{FF2B5EF4-FFF2-40B4-BE49-F238E27FC236}">
                <a16:creationId xmlns:a16="http://schemas.microsoft.com/office/drawing/2014/main" id="{48D94A0E-CCA1-EBA4-A23C-0B58F936DF74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957643" y="6128369"/>
            <a:ext cx="492510" cy="492510"/>
          </a:xfrm>
          <a:prstGeom prst="rect">
            <a:avLst/>
          </a:prstGeom>
        </p:spPr>
      </p:pic>
      <p:sp>
        <p:nvSpPr>
          <p:cNvPr id="1473" name="Text 34">
            <a:extLst>
              <a:ext uri="{FF2B5EF4-FFF2-40B4-BE49-F238E27FC236}">
                <a16:creationId xmlns:a16="http://schemas.microsoft.com/office/drawing/2014/main" id="{AC77135D-EB02-6A0B-9B94-0F813D14D010}"/>
              </a:ext>
            </a:extLst>
          </p:cNvPr>
          <p:cNvSpPr/>
          <p:nvPr/>
        </p:nvSpPr>
        <p:spPr>
          <a:xfrm>
            <a:off x="10468076" y="6205464"/>
            <a:ext cx="1638025" cy="338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121"/>
                </a:solidFill>
                <a:latin typeface="Courier New" panose="02070309020205020404" pitchFamily="49" charset="0"/>
                <a:ea typeface="Calibri" pitchFamily="34" charset="-122"/>
                <a:cs typeface="Courier New" panose="02070309020205020404" pitchFamily="49" charset="0"/>
              </a:rPr>
              <a:t>Probabilities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489" name="Conector: angular 1488">
            <a:extLst>
              <a:ext uri="{FF2B5EF4-FFF2-40B4-BE49-F238E27FC236}">
                <a16:creationId xmlns:a16="http://schemas.microsoft.com/office/drawing/2014/main" id="{F8A424EF-88CA-870B-593C-376F1E070E1B}"/>
              </a:ext>
            </a:extLst>
          </p:cNvPr>
          <p:cNvCxnSpPr>
            <a:stCxn id="1356" idx="3"/>
            <a:endCxn id="1452" idx="1"/>
          </p:cNvCxnSpPr>
          <p:nvPr/>
        </p:nvCxnSpPr>
        <p:spPr>
          <a:xfrm flipV="1">
            <a:off x="9227086" y="5225656"/>
            <a:ext cx="686590" cy="9023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1" name="Conector: angular 1490">
            <a:extLst>
              <a:ext uri="{FF2B5EF4-FFF2-40B4-BE49-F238E27FC236}">
                <a16:creationId xmlns:a16="http://schemas.microsoft.com/office/drawing/2014/main" id="{C96A5C3C-DBA4-420C-EBDE-9A4F88E18410}"/>
              </a:ext>
            </a:extLst>
          </p:cNvPr>
          <p:cNvCxnSpPr>
            <a:stCxn id="1350" idx="3"/>
            <a:endCxn id="1452" idx="1"/>
          </p:cNvCxnSpPr>
          <p:nvPr/>
        </p:nvCxnSpPr>
        <p:spPr>
          <a:xfrm flipV="1">
            <a:off x="9223753" y="5225656"/>
            <a:ext cx="689923" cy="115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5" name="Conector: angular 1494">
            <a:extLst>
              <a:ext uri="{FF2B5EF4-FFF2-40B4-BE49-F238E27FC236}">
                <a16:creationId xmlns:a16="http://schemas.microsoft.com/office/drawing/2014/main" id="{A3CE5BDE-6C12-1BB3-40D9-A457F46A2A7D}"/>
              </a:ext>
            </a:extLst>
          </p:cNvPr>
          <p:cNvCxnSpPr>
            <a:stCxn id="1347" idx="3"/>
            <a:endCxn id="1452" idx="1"/>
          </p:cNvCxnSpPr>
          <p:nvPr/>
        </p:nvCxnSpPr>
        <p:spPr>
          <a:xfrm>
            <a:off x="9223753" y="4370770"/>
            <a:ext cx="689923" cy="85488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98" name="Conector: angular 1497">
            <a:extLst>
              <a:ext uri="{FF2B5EF4-FFF2-40B4-BE49-F238E27FC236}">
                <a16:creationId xmlns:a16="http://schemas.microsoft.com/office/drawing/2014/main" id="{E01C61E2-95D9-161D-E7A7-80BC27C12ACE}"/>
              </a:ext>
            </a:extLst>
          </p:cNvPr>
          <p:cNvCxnSpPr>
            <a:stCxn id="1440" idx="3"/>
            <a:endCxn id="1347" idx="1"/>
          </p:cNvCxnSpPr>
          <p:nvPr/>
        </p:nvCxnSpPr>
        <p:spPr>
          <a:xfrm flipV="1">
            <a:off x="7163246" y="4370770"/>
            <a:ext cx="477039" cy="8540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0" name="Conector: angular 1499">
            <a:extLst>
              <a:ext uri="{FF2B5EF4-FFF2-40B4-BE49-F238E27FC236}">
                <a16:creationId xmlns:a16="http://schemas.microsoft.com/office/drawing/2014/main" id="{36DCE045-85CD-6305-DA42-9961402153A0}"/>
              </a:ext>
            </a:extLst>
          </p:cNvPr>
          <p:cNvCxnSpPr>
            <a:stCxn id="1440" idx="3"/>
            <a:endCxn id="1350" idx="1"/>
          </p:cNvCxnSpPr>
          <p:nvPr/>
        </p:nvCxnSpPr>
        <p:spPr>
          <a:xfrm>
            <a:off x="7163246" y="5224851"/>
            <a:ext cx="477039" cy="195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02" name="Conector: angular 1501">
            <a:extLst>
              <a:ext uri="{FF2B5EF4-FFF2-40B4-BE49-F238E27FC236}">
                <a16:creationId xmlns:a16="http://schemas.microsoft.com/office/drawing/2014/main" id="{8FC8826A-2F7A-02CB-A42A-C2B094E48077}"/>
              </a:ext>
            </a:extLst>
          </p:cNvPr>
          <p:cNvCxnSpPr>
            <a:stCxn id="1440" idx="3"/>
            <a:endCxn id="1356" idx="1"/>
          </p:cNvCxnSpPr>
          <p:nvPr/>
        </p:nvCxnSpPr>
        <p:spPr>
          <a:xfrm>
            <a:off x="7163246" y="5224851"/>
            <a:ext cx="480372" cy="9031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287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179632" y="30480"/>
            <a:ext cx="3832075" cy="3528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93" b="1">
                <a:solidFill>
                  <a:srgbClr val="000000"/>
                </a:solidFill>
                <a:latin typeface="Calibri"/>
              </a:rPr>
              <a:t>Pipeline de Inferencia de Elección Modal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19237" y="312412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EDFAFB"/>
          </a:solidFill>
          <a:ln w="317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POST   /api/lpmc/predict   |   /compare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origen  ·  destino  ·  perfil sociodemográfico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670" y="853416"/>
            <a:ext cx="0" cy="19811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933357" y="1127729"/>
            <a:ext cx="8324625" cy="807698"/>
          </a:xfrm>
          <a:prstGeom prst="rect">
            <a:avLst/>
          </a:prstGeom>
          <a:noFill/>
          <a:ln w="19050">
            <a:solidFill>
              <a:srgbClr val="FF8F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905"/>
          </a:p>
        </p:txBody>
      </p:sp>
      <p:sp>
        <p:nvSpPr>
          <p:cNvPr id="6" name="TextBox 5"/>
          <p:cNvSpPr txBox="1"/>
          <p:nvPr/>
        </p:nvSpPr>
        <p:spPr>
          <a:xfrm>
            <a:off x="5080808" y="998193"/>
            <a:ext cx="2029722" cy="2632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11" b="1" i="1">
                <a:solidFill>
                  <a:srgbClr val="FF8F00"/>
                </a:solidFill>
                <a:latin typeface="Calibri"/>
              </a:rPr>
              <a:t>asyncio.gather  —  concurrente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7175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car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01188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bike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202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OSRM foot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:5002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69215" y="1211548"/>
            <a:ext cx="1904949" cy="640063"/>
          </a:xfrm>
          <a:prstGeom prst="roundRect">
            <a:avLst>
              <a:gd name="adj" fmla="val 16000"/>
            </a:avLst>
          </a:prstGeom>
          <a:solidFill>
            <a:srgbClr val="FFF7ED"/>
          </a:solidFill>
          <a:ln w="317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OTP</a:t>
            </a:r>
          </a:p>
          <a:p>
            <a:pPr algn="ctr"/>
            <a:r>
              <a:rPr sz="1164">
                <a:solidFill>
                  <a:srgbClr val="444444"/>
                </a:solidFill>
                <a:latin typeface="Calibri"/>
              </a:rPr>
              <a:t>:8080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5670" y="853416"/>
            <a:ext cx="0" cy="19811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969650" y="1051531"/>
            <a:ext cx="625204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</p:cNvCxnSpPr>
          <p:nvPr/>
        </p:nvCxnSpPr>
        <p:spPr>
          <a:xfrm>
            <a:off x="2969649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53663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137677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221689" y="1051531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969649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53663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7677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221689" y="1851610"/>
            <a:ext cx="0" cy="152397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969650" y="2004006"/>
            <a:ext cx="6252040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95670" y="2004006"/>
            <a:ext cx="0" cy="144776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19237" y="2148783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3F4F5"/>
          </a:solidFill>
          <a:ln w="317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build_route_features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duración (s) → horas  ·  legs OTP → dur_pt_*  ·  transbordos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5670" y="2689788"/>
            <a:ext cx="0" cy="236214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19237" y="2926002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3F4F5"/>
          </a:solidFill>
          <a:ln w="31750">
            <a:solidFill>
              <a:srgbClr val="546E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build_feature_frame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+ variables sociodemográficas  ·  one-hot purpose / fueltype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5670" y="3467007"/>
            <a:ext cx="0" cy="236213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619237" y="3703220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F0F5F0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StandardScaler.transform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columnas continuas  ·  μ y σ ajustados sobre el conjunto train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5670" y="4244225"/>
            <a:ext cx="0" cy="19049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438169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EEF4FA"/>
          </a:solidFill>
          <a:ln w="317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XGBoost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90800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F1F8F2"/>
          </a:solidFill>
          <a:ln w="31750">
            <a:solidFill>
              <a:srgbClr val="43A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Random Forest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43431" y="4594736"/>
            <a:ext cx="2209740" cy="647683"/>
          </a:xfrm>
          <a:prstGeom prst="roundRect">
            <a:avLst>
              <a:gd name="adj" fmla="val 16000"/>
            </a:avLst>
          </a:prstGeom>
          <a:solidFill>
            <a:srgbClr val="FDF1F0"/>
          </a:solidFill>
          <a:ln w="3175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482" b="1">
                <a:solidFill>
                  <a:srgbClr val="000000"/>
                </a:solidFill>
                <a:latin typeface="Calibri"/>
              </a:rPr>
              <a:t>DNN  —  PyTorch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670" y="4244225"/>
            <a:ext cx="0" cy="190495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543039" y="4434720"/>
            <a:ext cx="5105262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3543039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670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648301" y="4434720"/>
            <a:ext cx="0" cy="16001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543039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095670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648301" y="5242418"/>
            <a:ext cx="0" cy="160016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543039" y="5402434"/>
            <a:ext cx="5105262" cy="0"/>
          </a:xfrm>
          <a:prstGeom prst="line">
            <a:avLst/>
          </a:prstGeom>
          <a:ln w="254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095670" y="5402434"/>
            <a:ext cx="0" cy="144777"/>
          </a:xfrm>
          <a:prstGeom prst="line">
            <a:avLst/>
          </a:prstGeom>
          <a:ln w="25400">
            <a:solidFill>
              <a:srgbClr val="00000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3619237" y="5547211"/>
            <a:ext cx="4952866" cy="541005"/>
          </a:xfrm>
          <a:prstGeom prst="roundRect">
            <a:avLst>
              <a:gd name="adj" fmla="val 16000"/>
            </a:avLst>
          </a:prstGeom>
          <a:solidFill>
            <a:srgbClr val="EDFAFB"/>
          </a:solidFill>
          <a:ln w="3175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297" tIns="30479" rIns="114297" bIns="30479" rtlCol="0" anchor="ctr"/>
          <a:lstStyle/>
          <a:p>
            <a:pPr algn="ctr"/>
            <a:r>
              <a:rPr sz="1323" b="1">
                <a:solidFill>
                  <a:srgbClr val="000000"/>
                </a:solidFill>
                <a:latin typeface="Calibri"/>
              </a:rPr>
              <a:t>Respuesta JSON</a:t>
            </a:r>
          </a:p>
          <a:p>
            <a:pPr algn="ctr"/>
            <a:r>
              <a:rPr sz="1005">
                <a:solidFill>
                  <a:srgbClr val="444444"/>
                </a:solidFill>
                <a:latin typeface="Calibri"/>
              </a:rPr>
              <a:t>predicted_mode  ·  confidence  ·  probabilities [walk, cycle, pt, drive]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a169425-153d-4080-8705-45c92938e7f0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EA5B49C5DE5F44CB629258CFB70E19D" ma:contentTypeVersion="18" ma:contentTypeDescription="Crear nuevo documento." ma:contentTypeScope="" ma:versionID="74d7687ff137e87fb3b1bb4914d165da">
  <xsd:schema xmlns:xsd="http://www.w3.org/2001/XMLSchema" xmlns:xs="http://www.w3.org/2001/XMLSchema" xmlns:p="http://schemas.microsoft.com/office/2006/metadata/properties" xmlns:ns3="da169425-153d-4080-8705-45c92938e7f0" xmlns:ns4="89f1de4a-40f7-4e81-987b-401414521485" targetNamespace="http://schemas.microsoft.com/office/2006/metadata/properties" ma:root="true" ma:fieldsID="4c882593e756bab23045d9ebaf71ae2a" ns3:_="" ns4:_="">
    <xsd:import namespace="da169425-153d-4080-8705-45c92938e7f0"/>
    <xsd:import namespace="89f1de4a-40f7-4e81-987b-40141452148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169425-153d-4080-8705-45c92938e7f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21" nillable="true" ma:displayName="_activity" ma:hidden="true" ma:internalName="_activity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4" nillable="true" ma:displayName="MediaServiceSystemTags" ma:hidden="true" ma:internalName="MediaServiceSystemTags" ma:readOnly="true">
      <xsd:simpleType>
        <xsd:restriction base="dms:Note"/>
      </xsd:simple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9f1de4a-40f7-4e81-987b-40141452148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10D70F7-8416-46C5-896C-E4C67671FD25}">
  <ds:schemaRefs>
    <ds:schemaRef ds:uri="89f1de4a-40f7-4e81-987b-401414521485"/>
    <ds:schemaRef ds:uri="http://purl.org/dc/dcmitype/"/>
    <ds:schemaRef ds:uri="http://www.w3.org/XML/1998/namespace"/>
    <ds:schemaRef ds:uri="http://purl.org/dc/terms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da169425-153d-4080-8705-45c92938e7f0"/>
  </ds:schemaRefs>
</ds:datastoreItem>
</file>

<file path=customXml/itemProps2.xml><?xml version="1.0" encoding="utf-8"?>
<ds:datastoreItem xmlns:ds="http://schemas.openxmlformats.org/officeDocument/2006/customXml" ds:itemID="{4E1C400D-5C3C-43E3-9C88-F800C5BA224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22018BE-1405-4A4B-BB67-C88962BABD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a169425-153d-4080-8705-45c92938e7f0"/>
    <ds:schemaRef ds:uri="89f1de4a-40f7-4e81-987b-40141452148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851</TotalTime>
  <Words>379</Words>
  <Application>Microsoft Office PowerPoint</Application>
  <PresentationFormat>Panorámica</PresentationFormat>
  <Paragraphs>114</Paragraphs>
  <Slides>3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Courier New</vt:lpstr>
      <vt:lpstr>Times New Roman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IVÁN VICENTE HERNÁNDEZ GARCÍA DE MORA</dc:creator>
  <cp:lastModifiedBy>IVÁN VICENTE HERNÁNDEZ GARCÍA DE MORA</cp:lastModifiedBy>
  <cp:revision>14</cp:revision>
  <dcterms:created xsi:type="dcterms:W3CDTF">2026-04-21T15:15:57Z</dcterms:created>
  <dcterms:modified xsi:type="dcterms:W3CDTF">2026-05-06T03:08:11Z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0x010100DEA5B49C5DE5F44CB629258CFB70E19D</vt:lpwstr>
  </property>
</Properties>
</file>