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60" r:id="rId5"/>
    <p:sldId id="261" r:id="rId6"/>
    <p:sldId id="256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E7"/>
    <a:srgbClr val="F9A825"/>
    <a:srgbClr val="F89939"/>
    <a:srgbClr val="777777"/>
    <a:srgbClr val="EEF4FA"/>
    <a:srgbClr val="417FB1"/>
    <a:srgbClr val="212121"/>
    <a:srgbClr val="013174"/>
    <a:srgbClr val="3188C9"/>
    <a:srgbClr val="D50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CEDC-C46F-7B2D-E931-4AA7B02C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EF9E-BD99-9C0E-D649-9CC9E0AC5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F1585-66BB-ACC0-D609-597E54F9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941C1-0974-90AC-E6C2-4B71376DA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7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jpe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sv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jp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jpe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.png"/><Relationship Id="rId18" Type="http://schemas.openxmlformats.org/officeDocument/2006/relationships/image" Target="../media/image42.svg"/><Relationship Id="rId26" Type="http://schemas.openxmlformats.org/officeDocument/2006/relationships/image" Target="../media/image50.png"/><Relationship Id="rId3" Type="http://schemas.openxmlformats.org/officeDocument/2006/relationships/image" Target="../media/image9.svg"/><Relationship Id="rId21" Type="http://schemas.openxmlformats.org/officeDocument/2006/relationships/image" Target="../media/image45.svg"/><Relationship Id="rId7" Type="http://schemas.openxmlformats.org/officeDocument/2006/relationships/image" Target="../media/image14.png"/><Relationship Id="rId12" Type="http://schemas.openxmlformats.org/officeDocument/2006/relationships/image" Target="../media/image7.png"/><Relationship Id="rId17" Type="http://schemas.openxmlformats.org/officeDocument/2006/relationships/image" Target="../media/image41.svg"/><Relationship Id="rId25" Type="http://schemas.openxmlformats.org/officeDocument/2006/relationships/image" Target="../media/image4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svg"/><Relationship Id="rId20" Type="http://schemas.openxmlformats.org/officeDocument/2006/relationships/image" Target="../media/image4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11" Type="http://schemas.openxmlformats.org/officeDocument/2006/relationships/image" Target="../media/image36.png"/><Relationship Id="rId24" Type="http://schemas.openxmlformats.org/officeDocument/2006/relationships/image" Target="../media/image48.png"/><Relationship Id="rId5" Type="http://schemas.openxmlformats.org/officeDocument/2006/relationships/image" Target="../media/image18.svg"/><Relationship Id="rId15" Type="http://schemas.openxmlformats.org/officeDocument/2006/relationships/image" Target="../media/image11.png"/><Relationship Id="rId23" Type="http://schemas.openxmlformats.org/officeDocument/2006/relationships/image" Target="../media/image47.svg"/><Relationship Id="rId10" Type="http://schemas.openxmlformats.org/officeDocument/2006/relationships/image" Target="../media/image35.png"/><Relationship Id="rId19" Type="http://schemas.openxmlformats.org/officeDocument/2006/relationships/image" Target="../media/image43.svg"/><Relationship Id="rId4" Type="http://schemas.openxmlformats.org/officeDocument/2006/relationships/image" Target="../media/image17.svg"/><Relationship Id="rId9" Type="http://schemas.openxmlformats.org/officeDocument/2006/relationships/image" Target="../media/image16.png"/><Relationship Id="rId14" Type="http://schemas.openxmlformats.org/officeDocument/2006/relationships/image" Target="../media/image39.svg"/><Relationship Id="rId22" Type="http://schemas.openxmlformats.org/officeDocument/2006/relationships/image" Target="../media/image4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76011" y="366470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548" y="4360135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684298" y="1301841"/>
              <a:ext cx="458916" cy="2413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2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/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/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/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/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324985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492007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788" y="2271570"/>
              <a:ext cx="368300" cy="368300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485566" y="710738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10098789" y="1120170"/>
            <a:ext cx="102938" cy="600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52936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120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8" name="Shape 53">
            <a:extLst>
              <a:ext uri="{FF2B5EF4-FFF2-40B4-BE49-F238E27FC236}">
                <a16:creationId xmlns:a16="http://schemas.microsoft.com/office/drawing/2014/main" id="{1DEB5A57-D30B-55EC-56AC-58D6F9503E6F}"/>
              </a:ext>
            </a:extLst>
          </p:cNvPr>
          <p:cNvSpPr/>
          <p:nvPr/>
        </p:nvSpPr>
        <p:spPr>
          <a:xfrm>
            <a:off x="10527668" y="4870640"/>
            <a:ext cx="1279851" cy="71269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3188C9"/>
            </a:solidFill>
            <a:prstDash val="sysDot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2"/>
          </p:cNvCxnSpPr>
          <p:nvPr/>
        </p:nvCxnSpPr>
        <p:spPr>
          <a:xfrm rot="5400000" flipH="1" flipV="1">
            <a:off x="11092888" y="4795578"/>
            <a:ext cx="149769" cy="3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806782"/>
            <a:ext cx="2764393" cy="922547"/>
            <a:chOff x="9198930" y="5570523"/>
            <a:chExt cx="2764393" cy="922547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570523"/>
              <a:ext cx="2593019" cy="74772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340028" y="5793405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299220" y="5614625"/>
              <a:ext cx="404234" cy="404234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70640"/>
            <a:ext cx="992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b="1" dirty="0"/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80645"/>
            <a:ext cx="1135747" cy="193079"/>
          </a:xfrm>
          <a:prstGeom prst="bentConnector3">
            <a:avLst>
              <a:gd name="adj1" fmla="val 67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4" y="5746008"/>
            <a:ext cx="1544610" cy="434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1031737"/>
          </a:xfrm>
          <a:prstGeom prst="bentConnector3">
            <a:avLst>
              <a:gd name="adj1" fmla="val 4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9" name="Grupo 1478">
            <a:extLst>
              <a:ext uri="{FF2B5EF4-FFF2-40B4-BE49-F238E27FC236}">
                <a16:creationId xmlns:a16="http://schemas.microsoft.com/office/drawing/2014/main" id="{6D87E111-3CF8-DC46-2A5C-103F7BE64BFB}"/>
              </a:ext>
            </a:extLst>
          </p:cNvPr>
          <p:cNvGrpSpPr/>
          <p:nvPr/>
        </p:nvGrpSpPr>
        <p:grpSpPr>
          <a:xfrm>
            <a:off x="1302302" y="1770961"/>
            <a:ext cx="1157025" cy="917972"/>
            <a:chOff x="31695" y="5696712"/>
            <a:chExt cx="1157025" cy="917972"/>
          </a:xfrm>
        </p:grpSpPr>
        <p:pic>
          <p:nvPicPr>
            <p:cNvPr id="1480" name="Imagen 1479">
              <a:extLst>
                <a:ext uri="{FF2B5EF4-FFF2-40B4-BE49-F238E27FC236}">
                  <a16:creationId xmlns:a16="http://schemas.microsoft.com/office/drawing/2014/main" id="{15996519-8D40-4AC4-385A-0F7B3A7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481" name="Imagen 1480">
              <a:extLst>
                <a:ext uri="{FF2B5EF4-FFF2-40B4-BE49-F238E27FC236}">
                  <a16:creationId xmlns:a16="http://schemas.microsoft.com/office/drawing/2014/main" id="{C1CA7C1C-7479-3DC3-BBBF-2472123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482" name="Gráfico 1481">
              <a:extLst>
                <a:ext uri="{FF2B5EF4-FFF2-40B4-BE49-F238E27FC236}">
                  <a16:creationId xmlns:a16="http://schemas.microsoft.com/office/drawing/2014/main" id="{D5D67EE3-A71C-DE80-6510-51325ED0C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483" name="Imagen 1482">
              <a:extLst>
                <a:ext uri="{FF2B5EF4-FFF2-40B4-BE49-F238E27FC236}">
                  <a16:creationId xmlns:a16="http://schemas.microsoft.com/office/drawing/2014/main" id="{6B0228DC-9016-4FEF-1969-3A6BEB1C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484" name="Imagen 1483">
              <a:extLst>
                <a:ext uri="{FF2B5EF4-FFF2-40B4-BE49-F238E27FC236}">
                  <a16:creationId xmlns:a16="http://schemas.microsoft.com/office/drawing/2014/main" id="{4BD91260-58FF-388F-DE23-7E2C59FA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8FB24DA2-FA18-2CA4-BD77-00E970A5DE54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5830232" y="6134559"/>
            <a:chExt cx="2343335" cy="478331"/>
          </a:xfrm>
        </p:grpSpPr>
        <p:grpSp>
          <p:nvGrpSpPr>
            <p:cNvPr id="1281" name="Grupo 1280">
              <a:extLst>
                <a:ext uri="{FF2B5EF4-FFF2-40B4-BE49-F238E27FC236}">
                  <a16:creationId xmlns:a16="http://schemas.microsoft.com/office/drawing/2014/main" id="{3FB87F6C-FD08-8E9E-C444-5D4CFCD55A75}"/>
                </a:ext>
              </a:extLst>
            </p:cNvPr>
            <p:cNvGrpSpPr/>
            <p:nvPr/>
          </p:nvGrpSpPr>
          <p:grpSpPr>
            <a:xfrm>
              <a:off x="5830232" y="6134559"/>
              <a:ext cx="2343335" cy="478331"/>
              <a:chOff x="6153150" y="5939599"/>
              <a:chExt cx="2908299" cy="593653"/>
            </a:xfrm>
          </p:grpSpPr>
          <p:sp>
            <p:nvSpPr>
              <p:cNvPr id="1280" name="Shape 62">
                <a:extLst>
                  <a:ext uri="{FF2B5EF4-FFF2-40B4-BE49-F238E27FC236}">
                    <a16:creationId xmlns:a16="http://schemas.microsoft.com/office/drawing/2014/main" id="{11E37F5D-E339-607D-019C-66B567414E19}"/>
                  </a:ext>
                </a:extLst>
              </p:cNvPr>
              <p:cNvSpPr/>
              <p:nvPr/>
            </p:nvSpPr>
            <p:spPr>
              <a:xfrm>
                <a:off x="6153150" y="5939599"/>
                <a:ext cx="2908299" cy="59365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255" name="Imagen 1254">
                <a:extLst>
                  <a:ext uri="{FF2B5EF4-FFF2-40B4-BE49-F238E27FC236}">
                    <a16:creationId xmlns:a16="http://schemas.microsoft.com/office/drawing/2014/main" id="{BFC9576F-EF49-4F30-9C53-4928D14D8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13965" y="5991351"/>
                <a:ext cx="727535" cy="490147"/>
              </a:xfrm>
              <a:prstGeom prst="rect">
                <a:avLst/>
              </a:prstGeom>
            </p:spPr>
          </p:pic>
        </p:grp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CFDB16F6-2505-6CE2-11BE-3EC4573B1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7012060" y="6263770"/>
              <a:ext cx="1135748" cy="280366"/>
            </a:xfrm>
            <a:prstGeom prst="rect">
              <a:avLst/>
            </a:prstGeom>
          </p:spPr>
        </p:pic>
      </p:grpSp>
      <p:sp>
        <p:nvSpPr>
          <p:cNvPr id="6" name="Text 35">
            <a:extLst>
              <a:ext uri="{FF2B5EF4-FFF2-40B4-BE49-F238E27FC236}">
                <a16:creationId xmlns:a16="http://schemas.microsoft.com/office/drawing/2014/main" id="{CD6C0FAE-ED43-D3C2-B811-2FCA753667FC}"/>
              </a:ext>
            </a:extLst>
          </p:cNvPr>
          <p:cNvSpPr/>
          <p:nvPr/>
        </p:nvSpPr>
        <p:spPr>
          <a:xfrm>
            <a:off x="4201633" y="1299782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4747F5-F890-8ACA-5342-8A1BB418536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546877" y="4882635"/>
            <a:ext cx="1241434" cy="31035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33F1EB2-2400-C4DD-DA16-4335DD2AD2D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114" y="5149625"/>
            <a:ext cx="1119232" cy="431853"/>
          </a:xfrm>
          <a:prstGeom prst="rect">
            <a:avLst/>
          </a:prstGeom>
        </p:spPr>
      </p:pic>
      <p:sp>
        <p:nvSpPr>
          <p:cNvPr id="8" name="Text 34">
            <a:extLst>
              <a:ext uri="{FF2B5EF4-FFF2-40B4-BE49-F238E27FC236}">
                <a16:creationId xmlns:a16="http://schemas.microsoft.com/office/drawing/2014/main" id="{B15F765C-BCFE-F8CA-34E2-474EE679A89E}"/>
              </a:ext>
            </a:extLst>
          </p:cNvPr>
          <p:cNvSpPr/>
          <p:nvPr/>
        </p:nvSpPr>
        <p:spPr>
          <a:xfrm>
            <a:off x="6361867" y="6288790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EF5C3-2BBC-53DE-A01C-ADB50AAD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Shape 25">
            <a:extLst>
              <a:ext uri="{FF2B5EF4-FFF2-40B4-BE49-F238E27FC236}">
                <a16:creationId xmlns:a16="http://schemas.microsoft.com/office/drawing/2014/main" id="{31DB80E7-5F77-762C-9618-5FF852F9A6A5}"/>
              </a:ext>
            </a:extLst>
          </p:cNvPr>
          <p:cNvSpPr/>
          <p:nvPr/>
        </p:nvSpPr>
        <p:spPr>
          <a:xfrm>
            <a:off x="9876493" y="4103645"/>
            <a:ext cx="2210348" cy="2244395"/>
          </a:xfrm>
          <a:prstGeom prst="roundRect">
            <a:avLst>
              <a:gd name="adj" fmla="val 2105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078" name="Shape 43">
            <a:extLst>
              <a:ext uri="{FF2B5EF4-FFF2-40B4-BE49-F238E27FC236}">
                <a16:creationId xmlns:a16="http://schemas.microsoft.com/office/drawing/2014/main" id="{EEECE3C0-F08D-6AAE-C7D3-7188CE8C767E}"/>
              </a:ext>
            </a:extLst>
          </p:cNvPr>
          <p:cNvSpPr/>
          <p:nvPr/>
        </p:nvSpPr>
        <p:spPr>
          <a:xfrm>
            <a:off x="9876492" y="4103645"/>
            <a:ext cx="2210348" cy="6010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BA9B0659-66EC-D702-42E6-F7FD6FCCA27B}"/>
              </a:ext>
            </a:extLst>
          </p:cNvPr>
          <p:cNvSpPr/>
          <p:nvPr/>
        </p:nvSpPr>
        <p:spPr>
          <a:xfrm>
            <a:off x="3831191" y="2309433"/>
            <a:ext cx="5614073" cy="777219"/>
          </a:xfrm>
          <a:prstGeom prst="roundRect">
            <a:avLst>
              <a:gd name="adj" fmla="val 2105"/>
            </a:avLst>
          </a:prstGeom>
          <a:solidFill>
            <a:srgbClr val="F0F8FE"/>
          </a:solidFill>
          <a:ln w="25400">
            <a:solidFill>
              <a:srgbClr val="1565C0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5ADFF11D-910F-9721-6EA4-3F10CB23340D}"/>
              </a:ext>
            </a:extLst>
          </p:cNvPr>
          <p:cNvSpPr/>
          <p:nvPr/>
        </p:nvSpPr>
        <p:spPr>
          <a:xfrm>
            <a:off x="454465" y="3569096"/>
            <a:ext cx="4771012" cy="2911674"/>
          </a:xfrm>
          <a:prstGeom prst="roundRect">
            <a:avLst>
              <a:gd name="adj" fmla="val 2105"/>
            </a:avLst>
          </a:prstGeom>
          <a:solidFill>
            <a:srgbClr val="EEF4FA"/>
          </a:solidFill>
          <a:ln w="25400">
            <a:solidFill>
              <a:srgbClr val="417FB1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11557DC-9F14-509D-486E-F4D7BC1C67D1}"/>
              </a:ext>
            </a:extLst>
          </p:cNvPr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Modal</a:t>
            </a:r>
            <a:endParaRPr lang="en-US" sz="1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9660C3-5C67-082E-99F3-093335585812}"/>
              </a:ext>
            </a:extLst>
          </p:cNvPr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48B8D55-2095-600E-043B-4F3F3D5E1FE1}"/>
              </a:ext>
            </a:extLst>
          </p:cNvPr>
          <p:cNvGrpSpPr/>
          <p:nvPr/>
        </p:nvGrpSpPr>
        <p:grpSpPr>
          <a:xfrm>
            <a:off x="8045019" y="2460210"/>
            <a:ext cx="1277377" cy="381987"/>
            <a:chOff x="5922264" y="3091071"/>
            <a:chExt cx="1277821" cy="381987"/>
          </a:xfrm>
        </p:grpSpPr>
        <p:sp>
          <p:nvSpPr>
            <p:cNvPr id="20" name="Shape 62">
              <a:extLst>
                <a:ext uri="{FF2B5EF4-FFF2-40B4-BE49-F238E27FC236}">
                  <a16:creationId xmlns:a16="http://schemas.microsoft.com/office/drawing/2014/main" id="{BAA6CB31-A483-3368-C453-C75CE3B9B219}"/>
                </a:ext>
              </a:extLst>
            </p:cNvPr>
            <p:cNvSpPr/>
            <p:nvPr/>
          </p:nvSpPr>
          <p:spPr>
            <a:xfrm>
              <a:off x="5922264" y="3091071"/>
              <a:ext cx="1277821" cy="38193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21" name="Image 9" descr="Autobús con relleno sólido">
              <a:extLst>
                <a:ext uri="{FF2B5EF4-FFF2-40B4-BE49-F238E27FC236}">
                  <a16:creationId xmlns:a16="http://schemas.microsoft.com/office/drawing/2014/main" id="{8C2C7D68-A2C5-ED63-F0CC-A6A9F8263D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22" name="Text 54">
              <a:extLst>
                <a:ext uri="{FF2B5EF4-FFF2-40B4-BE49-F238E27FC236}">
                  <a16:creationId xmlns:a16="http://schemas.microsoft.com/office/drawing/2014/main" id="{8D70CBEC-1FF1-4709-86C6-1904F4D917DC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23" name="Text 55">
              <a:extLst>
                <a:ext uri="{FF2B5EF4-FFF2-40B4-BE49-F238E27FC236}">
                  <a16:creationId xmlns:a16="http://schemas.microsoft.com/office/drawing/2014/main" id="{FD8D60A0-CB19-8B6E-0AC9-149AF45326F4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BBBA460-9DEA-EA2A-AA45-DCD16A52F9AF}"/>
              </a:ext>
            </a:extLst>
          </p:cNvPr>
          <p:cNvGrpSpPr/>
          <p:nvPr/>
        </p:nvGrpSpPr>
        <p:grpSpPr>
          <a:xfrm>
            <a:off x="3948100" y="2460211"/>
            <a:ext cx="1277377" cy="390149"/>
            <a:chOff x="7031736" y="2764531"/>
            <a:chExt cx="1277377" cy="390149"/>
          </a:xfrm>
        </p:grpSpPr>
        <p:sp>
          <p:nvSpPr>
            <p:cNvPr id="29" name="Shape 53">
              <a:extLst>
                <a:ext uri="{FF2B5EF4-FFF2-40B4-BE49-F238E27FC236}">
                  <a16:creationId xmlns:a16="http://schemas.microsoft.com/office/drawing/2014/main" id="{068BFD3F-3A5B-41F5-9D49-15686E9292E0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0" name="Image 9" descr="Coche con relleno sólido">
              <a:extLst>
                <a:ext uri="{FF2B5EF4-FFF2-40B4-BE49-F238E27FC236}">
                  <a16:creationId xmlns:a16="http://schemas.microsoft.com/office/drawing/2014/main" id="{F7773DA6-B5FC-2F12-44E2-7EB2E90E4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31" name="Text 54">
              <a:extLst>
                <a:ext uri="{FF2B5EF4-FFF2-40B4-BE49-F238E27FC236}">
                  <a16:creationId xmlns:a16="http://schemas.microsoft.com/office/drawing/2014/main" id="{03023DEB-2B8E-253C-6B84-B57239186CC0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32" name="Text 55">
              <a:extLst>
                <a:ext uri="{FF2B5EF4-FFF2-40B4-BE49-F238E27FC236}">
                  <a16:creationId xmlns:a16="http://schemas.microsoft.com/office/drawing/2014/main" id="{7A5C4B2C-782B-5504-74C5-29101D7A35F5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81C0C54-1DD7-F46A-4699-EA4B295686F3}"/>
              </a:ext>
            </a:extLst>
          </p:cNvPr>
          <p:cNvGrpSpPr/>
          <p:nvPr/>
        </p:nvGrpSpPr>
        <p:grpSpPr>
          <a:xfrm>
            <a:off x="5311000" y="2440488"/>
            <a:ext cx="1277377" cy="409872"/>
            <a:chOff x="7027680" y="2689310"/>
            <a:chExt cx="1277377" cy="409872"/>
          </a:xfrm>
        </p:grpSpPr>
        <p:sp>
          <p:nvSpPr>
            <p:cNvPr id="35" name="Shape 53">
              <a:extLst>
                <a:ext uri="{FF2B5EF4-FFF2-40B4-BE49-F238E27FC236}">
                  <a16:creationId xmlns:a16="http://schemas.microsoft.com/office/drawing/2014/main" id="{BA1CD3FD-E201-0434-8885-C86F9BAB2F13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6" name="Image 9" descr="Triciclo con relleno sólido">
              <a:extLst>
                <a:ext uri="{FF2B5EF4-FFF2-40B4-BE49-F238E27FC236}">
                  <a16:creationId xmlns:a16="http://schemas.microsoft.com/office/drawing/2014/main" id="{C246418F-170F-57FF-ACFB-978275074B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37" name="Text 54">
              <a:extLst>
                <a:ext uri="{FF2B5EF4-FFF2-40B4-BE49-F238E27FC236}">
                  <a16:creationId xmlns:a16="http://schemas.microsoft.com/office/drawing/2014/main" id="{4A90103E-51C2-805C-F793-A4D2A16FAAB8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38" name="Text 55">
              <a:extLst>
                <a:ext uri="{FF2B5EF4-FFF2-40B4-BE49-F238E27FC236}">
                  <a16:creationId xmlns:a16="http://schemas.microsoft.com/office/drawing/2014/main" id="{7D83FCC6-8329-2167-8CBF-80D0609CB028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382BF5-96D4-BE3A-678C-83F8D97E3AB6}"/>
              </a:ext>
            </a:extLst>
          </p:cNvPr>
          <p:cNvGrpSpPr/>
          <p:nvPr/>
        </p:nvGrpSpPr>
        <p:grpSpPr>
          <a:xfrm>
            <a:off x="6673900" y="2446636"/>
            <a:ext cx="1277377" cy="403354"/>
            <a:chOff x="7031736" y="2743054"/>
            <a:chExt cx="1277377" cy="403354"/>
          </a:xfrm>
        </p:grpSpPr>
        <p:sp>
          <p:nvSpPr>
            <p:cNvPr id="41" name="Shape 53">
              <a:extLst>
                <a:ext uri="{FF2B5EF4-FFF2-40B4-BE49-F238E27FC236}">
                  <a16:creationId xmlns:a16="http://schemas.microsoft.com/office/drawing/2014/main" id="{A376518B-AD77-FA22-ABA1-3022562F673E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42" name="Image 9" descr="Andar con relleno sólido">
              <a:extLst>
                <a:ext uri="{FF2B5EF4-FFF2-40B4-BE49-F238E27FC236}">
                  <a16:creationId xmlns:a16="http://schemas.microsoft.com/office/drawing/2014/main" id="{CD4425D5-24A3-2927-33B5-77D9B7A532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43" name="Text 54">
              <a:extLst>
                <a:ext uri="{FF2B5EF4-FFF2-40B4-BE49-F238E27FC236}">
                  <a16:creationId xmlns:a16="http://schemas.microsoft.com/office/drawing/2014/main" id="{749CD193-B086-AC62-F756-CA9B6C56CF58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44" name="Text 55">
              <a:extLst>
                <a:ext uri="{FF2B5EF4-FFF2-40B4-BE49-F238E27FC236}">
                  <a16:creationId xmlns:a16="http://schemas.microsoft.com/office/drawing/2014/main" id="{44B5D09B-7EC5-C323-675A-EBCB382C3A56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45" name="Grupo 1344">
            <a:extLst>
              <a:ext uri="{FF2B5EF4-FFF2-40B4-BE49-F238E27FC236}">
                <a16:creationId xmlns:a16="http://schemas.microsoft.com/office/drawing/2014/main" id="{E85CF035-90F5-28B3-EE73-03BAD22B3624}"/>
              </a:ext>
            </a:extLst>
          </p:cNvPr>
          <p:cNvGrpSpPr/>
          <p:nvPr/>
        </p:nvGrpSpPr>
        <p:grpSpPr>
          <a:xfrm>
            <a:off x="7640285" y="4157719"/>
            <a:ext cx="1583468" cy="426102"/>
            <a:chOff x="5684416" y="4598645"/>
            <a:chExt cx="2206117" cy="593653"/>
          </a:xfrm>
        </p:grpSpPr>
        <p:sp>
          <p:nvSpPr>
            <p:cNvPr id="1347" name="Shape 62">
              <a:extLst>
                <a:ext uri="{FF2B5EF4-FFF2-40B4-BE49-F238E27FC236}">
                  <a16:creationId xmlns:a16="http://schemas.microsoft.com/office/drawing/2014/main" id="{BD0EC6DF-F3EF-74C6-31E9-5DA3A878CF13}"/>
                </a:ext>
              </a:extLst>
            </p:cNvPr>
            <p:cNvSpPr/>
            <p:nvPr/>
          </p:nvSpPr>
          <p:spPr>
            <a:xfrm>
              <a:off x="5684416" y="4598645"/>
              <a:ext cx="2206117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48" name="Imagen 1347">
              <a:extLst>
                <a:ext uri="{FF2B5EF4-FFF2-40B4-BE49-F238E27FC236}">
                  <a16:creationId xmlns:a16="http://schemas.microsoft.com/office/drawing/2014/main" id="{777A9A15-B49D-A212-4971-B7167D2B4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6006043" y="4737942"/>
              <a:ext cx="1517651" cy="319986"/>
            </a:xfrm>
            <a:prstGeom prst="rect">
              <a:avLst/>
            </a:prstGeom>
          </p:spPr>
        </p:pic>
      </p:grpSp>
      <p:grpSp>
        <p:nvGrpSpPr>
          <p:cNvPr id="1349" name="Grupo 1348">
            <a:extLst>
              <a:ext uri="{FF2B5EF4-FFF2-40B4-BE49-F238E27FC236}">
                <a16:creationId xmlns:a16="http://schemas.microsoft.com/office/drawing/2014/main" id="{3AE88109-BA9D-C892-5950-741363841736}"/>
              </a:ext>
            </a:extLst>
          </p:cNvPr>
          <p:cNvGrpSpPr/>
          <p:nvPr/>
        </p:nvGrpSpPr>
        <p:grpSpPr>
          <a:xfrm>
            <a:off x="7640285" y="4884121"/>
            <a:ext cx="1583468" cy="666314"/>
            <a:chOff x="7628617" y="5065512"/>
            <a:chExt cx="1939884" cy="816291"/>
          </a:xfrm>
        </p:grpSpPr>
        <p:sp>
          <p:nvSpPr>
            <p:cNvPr id="1350" name="Shape 62">
              <a:extLst>
                <a:ext uri="{FF2B5EF4-FFF2-40B4-BE49-F238E27FC236}">
                  <a16:creationId xmlns:a16="http://schemas.microsoft.com/office/drawing/2014/main" id="{2781C0AB-8C74-F6AE-0745-920B7A239409}"/>
                </a:ext>
              </a:extLst>
            </p:cNvPr>
            <p:cNvSpPr/>
            <p:nvPr/>
          </p:nvSpPr>
          <p:spPr>
            <a:xfrm>
              <a:off x="7628617" y="5088860"/>
              <a:ext cx="1939884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51" name="Imagen 1350">
              <a:extLst>
                <a:ext uri="{FF2B5EF4-FFF2-40B4-BE49-F238E27FC236}">
                  <a16:creationId xmlns:a16="http://schemas.microsoft.com/office/drawing/2014/main" id="{45DBA4CC-C5F2-C47C-4C1F-99CB6880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352" name="Imagen 1351">
              <a:extLst>
                <a:ext uri="{FF2B5EF4-FFF2-40B4-BE49-F238E27FC236}">
                  <a16:creationId xmlns:a16="http://schemas.microsoft.com/office/drawing/2014/main" id="{128F892E-B866-7191-7228-321D56AF6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353" name="Grupo 1352">
            <a:extLst>
              <a:ext uri="{FF2B5EF4-FFF2-40B4-BE49-F238E27FC236}">
                <a16:creationId xmlns:a16="http://schemas.microsoft.com/office/drawing/2014/main" id="{BDB32BFE-867C-CC14-153F-10C6428FCE32}"/>
              </a:ext>
            </a:extLst>
          </p:cNvPr>
          <p:cNvGrpSpPr/>
          <p:nvPr/>
        </p:nvGrpSpPr>
        <p:grpSpPr>
          <a:xfrm>
            <a:off x="7643618" y="5668045"/>
            <a:ext cx="1583468" cy="919845"/>
            <a:chOff x="6226100" y="6134558"/>
            <a:chExt cx="1583468" cy="919845"/>
          </a:xfrm>
        </p:grpSpPr>
        <p:grpSp>
          <p:nvGrpSpPr>
            <p:cNvPr id="1354" name="Grupo 1353">
              <a:extLst>
                <a:ext uri="{FF2B5EF4-FFF2-40B4-BE49-F238E27FC236}">
                  <a16:creationId xmlns:a16="http://schemas.microsoft.com/office/drawing/2014/main" id="{5BA24CED-F126-579A-37DE-5E74C180A182}"/>
                </a:ext>
              </a:extLst>
            </p:cNvPr>
            <p:cNvGrpSpPr/>
            <p:nvPr/>
          </p:nvGrpSpPr>
          <p:grpSpPr>
            <a:xfrm>
              <a:off x="6226100" y="6134558"/>
              <a:ext cx="1583468" cy="919845"/>
              <a:chOff x="6644460" y="5939599"/>
              <a:chExt cx="1965233" cy="1141613"/>
            </a:xfrm>
          </p:grpSpPr>
          <p:sp>
            <p:nvSpPr>
              <p:cNvPr id="1356" name="Shape 62">
                <a:extLst>
                  <a:ext uri="{FF2B5EF4-FFF2-40B4-BE49-F238E27FC236}">
                    <a16:creationId xmlns:a16="http://schemas.microsoft.com/office/drawing/2014/main" id="{D215ACFF-62F0-2E84-2C58-FC4D5F35500E}"/>
                  </a:ext>
                </a:extLst>
              </p:cNvPr>
              <p:cNvSpPr/>
              <p:nvPr/>
            </p:nvSpPr>
            <p:spPr>
              <a:xfrm>
                <a:off x="6644460" y="5939599"/>
                <a:ext cx="1965233" cy="114161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357" name="Imagen 1356">
                <a:extLst>
                  <a:ext uri="{FF2B5EF4-FFF2-40B4-BE49-F238E27FC236}">
                    <a16:creationId xmlns:a16="http://schemas.microsoft.com/office/drawing/2014/main" id="{F6BFF11D-AF94-785E-C491-27D50A77F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5739" y="6003966"/>
                <a:ext cx="727536" cy="490147"/>
              </a:xfrm>
              <a:prstGeom prst="rect">
                <a:avLst/>
              </a:prstGeom>
            </p:spPr>
          </p:pic>
        </p:grpSp>
        <p:pic>
          <p:nvPicPr>
            <p:cNvPr id="1355" name="Imagen 1354">
              <a:extLst>
                <a:ext uri="{FF2B5EF4-FFF2-40B4-BE49-F238E27FC236}">
                  <a16:creationId xmlns:a16="http://schemas.microsoft.com/office/drawing/2014/main" id="{CCD26DD2-E44C-5670-1AE8-1BC8F0D24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07705" y="6646337"/>
              <a:ext cx="1418266" cy="350107"/>
            </a:xfrm>
            <a:prstGeom prst="rect">
              <a:avLst/>
            </a:prstGeom>
          </p:spPr>
        </p:pic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F8ACC4A1-9819-DFE9-238A-915A7BB6E111}"/>
              </a:ext>
            </a:extLst>
          </p:cNvPr>
          <p:cNvGrpSpPr/>
          <p:nvPr/>
        </p:nvGrpSpPr>
        <p:grpSpPr>
          <a:xfrm>
            <a:off x="4015625" y="397356"/>
            <a:ext cx="5269310" cy="1142194"/>
            <a:chOff x="4227899" y="556190"/>
            <a:chExt cx="5269310" cy="1142194"/>
          </a:xfrm>
        </p:grpSpPr>
        <p:grpSp>
          <p:nvGrpSpPr>
            <p:cNvPr id="1396" name="Grupo 1395">
              <a:extLst>
                <a:ext uri="{FF2B5EF4-FFF2-40B4-BE49-F238E27FC236}">
                  <a16:creationId xmlns:a16="http://schemas.microsoft.com/office/drawing/2014/main" id="{22E542DA-675E-3760-6116-C85B2BB62283}"/>
                </a:ext>
              </a:extLst>
            </p:cNvPr>
            <p:cNvGrpSpPr/>
            <p:nvPr/>
          </p:nvGrpSpPr>
          <p:grpSpPr>
            <a:xfrm>
              <a:off x="4227899" y="556190"/>
              <a:ext cx="5269310" cy="1142194"/>
              <a:chOff x="1895278" y="3369491"/>
              <a:chExt cx="5269310" cy="1142194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E18AE04B-9707-45C2-AA10-36D0A2774AE4}"/>
                  </a:ext>
                </a:extLst>
              </p:cNvPr>
              <p:cNvGrpSpPr/>
              <p:nvPr/>
            </p:nvGrpSpPr>
            <p:grpSpPr>
              <a:xfrm>
                <a:off x="1895278" y="3369491"/>
                <a:ext cx="5269310" cy="1142194"/>
                <a:chOff x="556405" y="966094"/>
                <a:chExt cx="5269310" cy="1142194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E6507CB-C0A8-082A-AB31-34987A191551}"/>
                    </a:ext>
                  </a:extLst>
                </p:cNvPr>
                <p:cNvGrpSpPr/>
                <p:nvPr/>
              </p:nvGrpSpPr>
              <p:grpSpPr>
                <a:xfrm>
                  <a:off x="556405" y="966094"/>
                  <a:ext cx="5269310" cy="1142194"/>
                  <a:chOff x="3118105" y="985829"/>
                  <a:chExt cx="5269310" cy="1142194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80DAFDDE-E321-6E1A-3169-7FF8A9E4C075}"/>
                      </a:ext>
                    </a:extLst>
                  </p:cNvPr>
                  <p:cNvGrpSpPr/>
                  <p:nvPr/>
                </p:nvGrpSpPr>
                <p:grpSpPr>
                  <a:xfrm>
                    <a:off x="3118105" y="985829"/>
                    <a:ext cx="5269310" cy="1142194"/>
                    <a:chOff x="3118105" y="985829"/>
                    <a:chExt cx="5269310" cy="1142194"/>
                  </a:xfrm>
                </p:grpSpPr>
                <p:grpSp>
                  <p:nvGrpSpPr>
                    <p:cNvPr id="11" name="Grupo 10">
                      <a:extLst>
                        <a:ext uri="{FF2B5EF4-FFF2-40B4-BE49-F238E27FC236}">
                          <a16:creationId xmlns:a16="http://schemas.microsoft.com/office/drawing/2014/main" id="{DECC2B20-3108-1520-775F-3698075A13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18105" y="985829"/>
                      <a:ext cx="5269310" cy="1142194"/>
                      <a:chOff x="2962656" y="2647500"/>
                      <a:chExt cx="5637943" cy="824452"/>
                    </a:xfrm>
                  </p:grpSpPr>
                  <p:sp>
                    <p:nvSpPr>
                      <p:cNvPr id="16" name="Shape 38">
                        <a:extLst>
                          <a:ext uri="{FF2B5EF4-FFF2-40B4-BE49-F238E27FC236}">
                            <a16:creationId xmlns:a16="http://schemas.microsoft.com/office/drawing/2014/main" id="{DE916CCB-CC57-A197-A86C-636373E2D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7500"/>
                        <a:ext cx="5637943" cy="824452"/>
                      </a:xfrm>
                      <a:prstGeom prst="roundRect">
                        <a:avLst>
                          <a:gd name="adj" fmla="val 2581"/>
                        </a:avLst>
                      </a:prstGeom>
                      <a:solidFill>
                        <a:srgbClr val="FFFFFF"/>
                      </a:solidFill>
                      <a:ln w="31750">
                        <a:solidFill>
                          <a:srgbClr val="009688"/>
                        </a:solidFill>
                        <a:prstDash val="solid"/>
                      </a:ln>
                      <a:effectLst>
                        <a:outerShdw blurRad="76200" dist="25400" dir="8100000" algn="bl" rotWithShape="0">
                          <a:srgbClr val="000000">
                            <a:alpha val="10000"/>
                          </a:srgbClr>
                        </a:outerShdw>
                      </a:effectLst>
                    </p:spPr>
                    <p:txBody>
                      <a:bodyPr/>
                      <a:lstStyle/>
                      <a:p>
                        <a:endParaRPr lang="es-ES" dirty="0"/>
                      </a:p>
                    </p:txBody>
                  </p:sp>
                  <p:sp>
                    <p:nvSpPr>
                      <p:cNvPr id="17" name="Shape 43">
                        <a:extLst>
                          <a:ext uri="{FF2B5EF4-FFF2-40B4-BE49-F238E27FC236}">
                            <a16:creationId xmlns:a16="http://schemas.microsoft.com/office/drawing/2014/main" id="{6493140F-FDF3-5226-FC67-7B5442190A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8562"/>
                        <a:ext cx="5637943" cy="281010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E8F5E9"/>
                      </a:solidFill>
                      <a:ln w="19050">
                        <a:solidFill>
                          <a:srgbClr val="00968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s-ES"/>
                      </a:p>
                    </p:txBody>
                  </p:sp>
                </p:grpSp>
                <p:sp>
                  <p:nvSpPr>
                    <p:cNvPr id="12" name="Text 34">
                      <a:extLst>
                        <a:ext uri="{FF2B5EF4-FFF2-40B4-BE49-F238E27FC236}">
                          <a16:creationId xmlns:a16="http://schemas.microsoft.com/office/drawing/2014/main" id="{F819E6FC-3A5A-6319-1E8E-E97866D5C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9972" y="1089391"/>
                      <a:ext cx="675132" cy="169869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/>
                    </a:p>
                  </p:txBody>
                </p:sp>
                <p:pic>
                  <p:nvPicPr>
                    <p:cNvPr id="14" name="Imagen 13">
                      <a:extLst>
                        <a:ext uri="{FF2B5EF4-FFF2-40B4-BE49-F238E27FC236}">
                          <a16:creationId xmlns:a16="http://schemas.microsoft.com/office/drawing/2014/main" id="{635BBA2F-6A65-BFD5-DAFD-B402989A408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30822" y="1070491"/>
                      <a:ext cx="950579" cy="24167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Imagen 14">
                      <a:extLst>
                        <a:ext uri="{FF2B5EF4-FFF2-40B4-BE49-F238E27FC236}">
                          <a16:creationId xmlns:a16="http://schemas.microsoft.com/office/drawing/2014/main" id="{A3E5EB86-983A-26C4-3B44-57A858E0F84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230169" y="1065124"/>
                      <a:ext cx="247829" cy="24949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0" name="Shape 43">
                    <a:extLst>
                      <a:ext uri="{FF2B5EF4-FFF2-40B4-BE49-F238E27FC236}">
                        <a16:creationId xmlns:a16="http://schemas.microsoft.com/office/drawing/2014/main" id="{B409ACFF-83A3-0C04-E09B-3BD1AAE94115}"/>
                      </a:ext>
                    </a:extLst>
                  </p:cNvPr>
                  <p:cNvSpPr/>
                  <p:nvPr/>
                </p:nvSpPr>
                <p:spPr>
                  <a:xfrm>
                    <a:off x="3351270" y="1487059"/>
                    <a:ext cx="2311640" cy="537899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E8F5E9"/>
                  </a:solidFill>
                  <a:ln w="12700">
                    <a:solidFill>
                      <a:srgbClr val="009688"/>
                    </a:solidFill>
                    <a:prstDash val="solid"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600" b="1" dirty="0">
                        <a:solidFill>
                          <a:srgbClr val="004D40"/>
                        </a:solidFill>
                        <a:latin typeface="Courier New" pitchFamily="34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urier New" pitchFamily="34" charset="0"/>
                        <a:ea typeface="Courier New" pitchFamily="34" charset="-122"/>
                        <a:cs typeface="Courier New" pitchFamily="34" charset="-120"/>
                      </a:rPr>
                      <a:t>api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urier New" pitchFamily="34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urier New" pitchFamily="34" charset="0"/>
                        <a:ea typeface="Courier New" pitchFamily="34" charset="-122"/>
                        <a:cs typeface="Courier New" pitchFamily="34" charset="-120"/>
                      </a:rPr>
                      <a:t>lpmc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urier New" pitchFamily="34" charset="0"/>
                        <a:ea typeface="Courier New" pitchFamily="34" charset="-122"/>
                        <a:cs typeface="Courier New" pitchFamily="34" charset="-120"/>
                      </a:rPr>
                      <a:t>/predict</a:t>
                    </a:r>
                    <a:endParaRPr lang="en-US" sz="1600" b="1" dirty="0"/>
                  </a:p>
                </p:txBody>
              </p:sp>
            </p:grpSp>
            <p:sp>
              <p:nvSpPr>
                <p:cNvPr id="18" name="Shape 43">
                  <a:extLst>
                    <a:ext uri="{FF2B5EF4-FFF2-40B4-BE49-F238E27FC236}">
                      <a16:creationId xmlns:a16="http://schemas.microsoft.com/office/drawing/2014/main" id="{DEC05519-27F0-7A51-89CB-CE786953A35E}"/>
                    </a:ext>
                  </a:extLst>
                </p:cNvPr>
                <p:cNvSpPr/>
                <p:nvPr/>
              </p:nvSpPr>
              <p:spPr>
                <a:xfrm>
                  <a:off x="3301801" y="1467324"/>
                  <a:ext cx="2311640" cy="537899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270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dirty="0">
                      <a:solidFill>
                        <a:srgbClr val="004D40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api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lpmc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urier New" pitchFamily="34" charset="0"/>
                      <a:ea typeface="Courier New" pitchFamily="34" charset="-122"/>
                      <a:cs typeface="Courier New" pitchFamily="34" charset="-120"/>
                    </a:rPr>
                    <a:t>/compare</a:t>
                  </a:r>
                  <a:endParaRPr lang="en-US" sz="1600" b="1" dirty="0"/>
                </a:p>
              </p:txBody>
            </p:sp>
          </p:grpSp>
          <p:sp>
            <p:nvSpPr>
              <p:cNvPr id="1391" name="Text 54">
                <a:extLst>
                  <a:ext uri="{FF2B5EF4-FFF2-40B4-BE49-F238E27FC236}">
                    <a16:creationId xmlns:a16="http://schemas.microsoft.com/office/drawing/2014/main" id="{A18B8359-80A2-A45A-92FC-EE7763C1973F}"/>
                  </a:ext>
                </a:extLst>
              </p:cNvPr>
              <p:cNvSpPr/>
              <p:nvPr/>
            </p:nvSpPr>
            <p:spPr>
              <a:xfrm>
                <a:off x="4640674" y="4179793"/>
                <a:ext cx="2311640" cy="1961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Compara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los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tres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modelos</a:t>
                </a:r>
                <a:endParaRPr lang="en-US" sz="1100" dirty="0"/>
              </a:p>
            </p:txBody>
          </p:sp>
        </p:grpSp>
        <p:sp>
          <p:nvSpPr>
            <p:cNvPr id="1390" name="Text 54">
              <a:extLst>
                <a:ext uri="{FF2B5EF4-FFF2-40B4-BE49-F238E27FC236}">
                  <a16:creationId xmlns:a16="http://schemas.microsoft.com/office/drawing/2014/main" id="{B607B446-2D44-EC78-C455-A7DBF097ECF3}"/>
                </a:ext>
              </a:extLst>
            </p:cNvPr>
            <p:cNvSpPr/>
            <p:nvPr/>
          </p:nvSpPr>
          <p:spPr>
            <a:xfrm>
              <a:off x="4461063" y="1353120"/>
              <a:ext cx="2311639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 un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modelo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concreto</a:t>
              </a:r>
              <a:endParaRPr lang="en-US" sz="1100" dirty="0"/>
            </a:p>
          </p:txBody>
        </p:sp>
      </p:grpSp>
      <p:pic>
        <p:nvPicPr>
          <p:cNvPr id="1395" name="Gráfico 1394">
            <a:extLst>
              <a:ext uri="{FF2B5EF4-FFF2-40B4-BE49-F238E27FC236}">
                <a16:creationId xmlns:a16="http://schemas.microsoft.com/office/drawing/2014/main" id="{84662395-B876-A859-4827-CA9748C47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63193" y="1019979"/>
            <a:ext cx="433795" cy="160712"/>
          </a:xfrm>
          <a:prstGeom prst="rect">
            <a:avLst/>
          </a:prstGeom>
        </p:spPr>
      </p:pic>
      <p:pic>
        <p:nvPicPr>
          <p:cNvPr id="1398" name="Imagen 1397">
            <a:extLst>
              <a:ext uri="{FF2B5EF4-FFF2-40B4-BE49-F238E27FC236}">
                <a16:creationId xmlns:a16="http://schemas.microsoft.com/office/drawing/2014/main" id="{CC25869E-C3F8-9898-58B4-02C6CFF1AA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33" y="2382219"/>
            <a:ext cx="611337" cy="611337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8BDFD203-8FD3-734B-78E7-C44C151D7E37}"/>
              </a:ext>
            </a:extLst>
          </p:cNvPr>
          <p:cNvSpPr txBox="1"/>
          <p:nvPr/>
        </p:nvSpPr>
        <p:spPr>
          <a:xfrm>
            <a:off x="4874990" y="1609324"/>
            <a:ext cx="1730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asyncio.gather</a:t>
            </a:r>
            <a:endParaRPr lang="en-US" sz="1400" b="1" dirty="0"/>
          </a:p>
        </p:txBody>
      </p:sp>
      <p:pic>
        <p:nvPicPr>
          <p:cNvPr id="1400" name="Gráfico 1399">
            <a:extLst>
              <a:ext uri="{FF2B5EF4-FFF2-40B4-BE49-F238E27FC236}">
                <a16:creationId xmlns:a16="http://schemas.microsoft.com/office/drawing/2014/main" id="{C19F871F-1A41-FDAE-AF43-5659D7896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67762" y="1691829"/>
            <a:ext cx="271063" cy="329671"/>
          </a:xfrm>
          <a:prstGeom prst="rect">
            <a:avLst/>
          </a:prstGeom>
        </p:spPr>
      </p:pic>
      <p:sp>
        <p:nvSpPr>
          <p:cNvPr id="68" name="Text 35">
            <a:extLst>
              <a:ext uri="{FF2B5EF4-FFF2-40B4-BE49-F238E27FC236}">
                <a16:creationId xmlns:a16="http://schemas.microsoft.com/office/drawing/2014/main" id="{AD2C50DD-8196-E9C9-1CB3-AD3353DD6E66}"/>
              </a:ext>
            </a:extLst>
          </p:cNvPr>
          <p:cNvSpPr/>
          <p:nvPr/>
        </p:nvSpPr>
        <p:spPr>
          <a:xfrm>
            <a:off x="6760758" y="472783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2A18ACDF-D2F9-3637-D638-972CF6235CAA}"/>
              </a:ext>
            </a:extLst>
          </p:cNvPr>
          <p:cNvGrpSpPr/>
          <p:nvPr/>
        </p:nvGrpSpPr>
        <p:grpSpPr>
          <a:xfrm>
            <a:off x="221745" y="416699"/>
            <a:ext cx="1976566" cy="2443049"/>
            <a:chOff x="287369" y="601485"/>
            <a:chExt cx="1976566" cy="2443049"/>
          </a:xfrm>
        </p:grpSpPr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5EA2C890-D091-505E-DC1B-AE45EF1C349F}"/>
                </a:ext>
              </a:extLst>
            </p:cNvPr>
            <p:cNvSpPr/>
            <p:nvPr/>
          </p:nvSpPr>
          <p:spPr>
            <a:xfrm>
              <a:off x="287369" y="601485"/>
              <a:ext cx="1976566" cy="2443049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52" name="Gráfico 51">
              <a:extLst>
                <a:ext uri="{FF2B5EF4-FFF2-40B4-BE49-F238E27FC236}">
                  <a16:creationId xmlns:a16="http://schemas.microsoft.com/office/drawing/2014/main" id="{5B5EBB3F-0ED7-6682-6909-D7204BA496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17841" y="782771"/>
              <a:ext cx="348984" cy="348984"/>
            </a:xfrm>
            <a:prstGeom prst="rect">
              <a:avLst/>
            </a:prstGeom>
          </p:spPr>
        </p:pic>
        <p:sp>
          <p:nvSpPr>
            <p:cNvPr id="1374" name="Text 34">
              <a:extLst>
                <a:ext uri="{FF2B5EF4-FFF2-40B4-BE49-F238E27FC236}">
                  <a16:creationId xmlns:a16="http://schemas.microsoft.com/office/drawing/2014/main" id="{AD940664-FE97-8B7C-60C8-ED0628ABDD0F}"/>
                </a:ext>
              </a:extLst>
            </p:cNvPr>
            <p:cNvSpPr/>
            <p:nvPr/>
          </p:nvSpPr>
          <p:spPr>
            <a:xfrm>
              <a:off x="778873" y="825583"/>
              <a:ext cx="592177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Origen</a:t>
              </a:r>
              <a:endParaRPr lang="en-US" sz="1400" dirty="0"/>
            </a:p>
          </p:txBody>
        </p:sp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023A9DF6-9CA3-2132-14D1-CC91B283EC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17841" y="1330144"/>
              <a:ext cx="348984" cy="348984"/>
            </a:xfrm>
            <a:prstGeom prst="rect">
              <a:avLst/>
            </a:prstGeom>
          </p:spPr>
        </p:pic>
        <p:sp>
          <p:nvSpPr>
            <p:cNvPr id="1387" name="Text 34">
              <a:extLst>
                <a:ext uri="{FF2B5EF4-FFF2-40B4-BE49-F238E27FC236}">
                  <a16:creationId xmlns:a16="http://schemas.microsoft.com/office/drawing/2014/main" id="{45281CD1-112B-790E-D792-5FE56BB93214}"/>
                </a:ext>
              </a:extLst>
            </p:cNvPr>
            <p:cNvSpPr/>
            <p:nvPr/>
          </p:nvSpPr>
          <p:spPr>
            <a:xfrm>
              <a:off x="757440" y="1372956"/>
              <a:ext cx="607596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Destino</a:t>
              </a:r>
              <a:endParaRPr lang="en-US" dirty="0"/>
            </a:p>
          </p:txBody>
        </p:sp>
        <p:sp>
          <p:nvSpPr>
            <p:cNvPr id="1388" name="CuadroTexto 1387">
              <a:extLst>
                <a:ext uri="{FF2B5EF4-FFF2-40B4-BE49-F238E27FC236}">
                  <a16:creationId xmlns:a16="http://schemas.microsoft.com/office/drawing/2014/main" id="{717027AE-9313-7D8C-E15D-3B9D0C419394}"/>
                </a:ext>
              </a:extLst>
            </p:cNvPr>
            <p:cNvSpPr txBox="1"/>
            <p:nvPr/>
          </p:nvSpPr>
          <p:spPr>
            <a:xfrm>
              <a:off x="1431994" y="128588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</a:endParaRPr>
            </a:p>
          </p:txBody>
        </p:sp>
        <p:pic>
          <p:nvPicPr>
            <p:cNvPr id="70" name="Gráfico 69">
              <a:extLst>
                <a:ext uri="{FF2B5EF4-FFF2-40B4-BE49-F238E27FC236}">
                  <a16:creationId xmlns:a16="http://schemas.microsoft.com/office/drawing/2014/main" id="{B992DE05-3513-C365-C62E-9316425DE9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13393" y="1930798"/>
              <a:ext cx="416559" cy="431737"/>
            </a:xfrm>
            <a:prstGeom prst="rect">
              <a:avLst/>
            </a:prstGeom>
          </p:spPr>
        </p:pic>
        <p:pic>
          <p:nvPicPr>
            <p:cNvPr id="72" name="Gráfico 71">
              <a:extLst>
                <a:ext uri="{FF2B5EF4-FFF2-40B4-BE49-F238E27FC236}">
                  <a16:creationId xmlns:a16="http://schemas.microsoft.com/office/drawing/2014/main" id="{6A0E6D6F-476D-6E9B-4B84-57F78A346B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03051" y="2408802"/>
              <a:ext cx="416559" cy="431737"/>
            </a:xfrm>
            <a:prstGeom prst="rect">
              <a:avLst/>
            </a:prstGeom>
          </p:spPr>
        </p:pic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7C800AD2-A378-A315-6C46-E0808C39B2EC}"/>
                </a:ext>
              </a:extLst>
            </p:cNvPr>
            <p:cNvSpPr/>
            <p:nvPr/>
          </p:nvSpPr>
          <p:spPr>
            <a:xfrm>
              <a:off x="747787" y="2184665"/>
              <a:ext cx="611337" cy="435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Perfil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dirty="0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D4A0C038-963C-7FA8-F0D8-50656AE08493}"/>
                </a:ext>
              </a:extLst>
            </p:cNvPr>
            <p:cNvSpPr txBox="1"/>
            <p:nvPr/>
          </p:nvSpPr>
          <p:spPr>
            <a:xfrm>
              <a:off x="1434945" y="1896362"/>
              <a:ext cx="82899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age</a:t>
              </a:r>
              <a:b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gender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cs typeface="Courier New" pitchFamily="34" charset="-120"/>
                </a:rPr>
                <a:t>license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cs typeface="Courier New" pitchFamily="34" charset="-120"/>
                </a:rPr>
                <a:t>purpose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cs typeface="Courier New" pitchFamily="34" charset="-120"/>
                </a:rPr>
                <a:t>…</a:t>
              </a:r>
            </a:p>
          </p:txBody>
        </p:sp>
        <p:sp>
          <p:nvSpPr>
            <p:cNvPr id="77" name="Abrir llave 76">
              <a:extLst>
                <a:ext uri="{FF2B5EF4-FFF2-40B4-BE49-F238E27FC236}">
                  <a16:creationId xmlns:a16="http://schemas.microsoft.com/office/drawing/2014/main" id="{6A35D76F-291B-3038-B6CA-DB3D0CE767E5}"/>
                </a:ext>
              </a:extLst>
            </p:cNvPr>
            <p:cNvSpPr/>
            <p:nvPr/>
          </p:nvSpPr>
          <p:spPr>
            <a:xfrm>
              <a:off x="1352543" y="1946993"/>
              <a:ext cx="164800" cy="914400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Abrir llave 78">
              <a:extLst>
                <a:ext uri="{FF2B5EF4-FFF2-40B4-BE49-F238E27FC236}">
                  <a16:creationId xmlns:a16="http://schemas.microsoft.com/office/drawing/2014/main" id="{1878D8A6-A921-EA80-4A91-6F1FED4BA762}"/>
                </a:ext>
              </a:extLst>
            </p:cNvPr>
            <p:cNvSpPr/>
            <p:nvPr/>
          </p:nvSpPr>
          <p:spPr>
            <a:xfrm>
              <a:off x="1362619" y="130579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F1C08351-0E5A-98EC-ED75-B49FB7A82A50}"/>
                </a:ext>
              </a:extLst>
            </p:cNvPr>
            <p:cNvSpPr txBox="1"/>
            <p:nvPr/>
          </p:nvSpPr>
          <p:spPr>
            <a:xfrm>
              <a:off x="1433090" y="74097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</a:endParaRPr>
            </a:p>
          </p:txBody>
        </p:sp>
        <p:sp>
          <p:nvSpPr>
            <p:cNvPr id="81" name="Abrir llave 80">
              <a:extLst>
                <a:ext uri="{FF2B5EF4-FFF2-40B4-BE49-F238E27FC236}">
                  <a16:creationId xmlns:a16="http://schemas.microsoft.com/office/drawing/2014/main" id="{F559C3A0-5952-4F67-6B83-A6360ED6969A}"/>
                </a:ext>
              </a:extLst>
            </p:cNvPr>
            <p:cNvSpPr/>
            <p:nvPr/>
          </p:nvSpPr>
          <p:spPr>
            <a:xfrm>
              <a:off x="1363715" y="76088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2" name="Conector: angular 91">
            <a:extLst>
              <a:ext uri="{FF2B5EF4-FFF2-40B4-BE49-F238E27FC236}">
                <a16:creationId xmlns:a16="http://schemas.microsoft.com/office/drawing/2014/main" id="{51D1560B-DC34-AD3C-6C59-6ABBE54901FD}"/>
              </a:ext>
            </a:extLst>
          </p:cNvPr>
          <p:cNvCxnSpPr>
            <a:stCxn id="47" idx="3"/>
            <a:endCxn id="16" idx="1"/>
          </p:cNvCxnSpPr>
          <p:nvPr/>
        </p:nvCxnSpPr>
        <p:spPr>
          <a:xfrm flipV="1">
            <a:off x="2198311" y="968453"/>
            <a:ext cx="1817314" cy="669771"/>
          </a:xfrm>
          <a:prstGeom prst="bentConnector3">
            <a:avLst>
              <a:gd name="adj1" fmla="val 141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234D83F3-04C4-F798-3B8F-2D36E2D2BE18}"/>
              </a:ext>
            </a:extLst>
          </p:cNvPr>
          <p:cNvCxnSpPr>
            <a:stCxn id="16" idx="2"/>
            <a:endCxn id="29" idx="0"/>
          </p:cNvCxnSpPr>
          <p:nvPr/>
        </p:nvCxnSpPr>
        <p:spPr>
          <a:xfrm rot="5400000">
            <a:off x="5158205" y="968135"/>
            <a:ext cx="920661" cy="2063491"/>
          </a:xfrm>
          <a:prstGeom prst="bentConnector3">
            <a:avLst>
              <a:gd name="adj1" fmla="val 628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188E789A-6CB8-CC23-4A9A-16C860A666F1}"/>
              </a:ext>
            </a:extLst>
          </p:cNvPr>
          <p:cNvCxnSpPr>
            <a:stCxn id="16" idx="2"/>
            <a:endCxn id="35" idx="0"/>
          </p:cNvCxnSpPr>
          <p:nvPr/>
        </p:nvCxnSpPr>
        <p:spPr>
          <a:xfrm rot="5400000">
            <a:off x="5849516" y="1639724"/>
            <a:ext cx="900938" cy="700591"/>
          </a:xfrm>
          <a:prstGeom prst="bentConnector3">
            <a:avLst>
              <a:gd name="adj1" fmla="val 638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6EB43933-DC4D-003C-A4D7-2F99EC1557E0}"/>
              </a:ext>
            </a:extLst>
          </p:cNvPr>
          <p:cNvCxnSpPr>
            <a:stCxn id="16" idx="2"/>
            <a:endCxn id="41" idx="0"/>
          </p:cNvCxnSpPr>
          <p:nvPr/>
        </p:nvCxnSpPr>
        <p:spPr>
          <a:xfrm rot="16200000" flipH="1">
            <a:off x="6527891" y="1661938"/>
            <a:ext cx="907086" cy="662309"/>
          </a:xfrm>
          <a:prstGeom prst="bentConnector3">
            <a:avLst>
              <a:gd name="adj1" fmla="val 637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3DE2B4D6-D659-EC83-0CB3-5343C849895D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16200000" flipH="1">
            <a:off x="7206664" y="983166"/>
            <a:ext cx="920660" cy="2033428"/>
          </a:xfrm>
          <a:prstGeom prst="bentConnector3">
            <a:avLst>
              <a:gd name="adj1" fmla="val 628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 34">
            <a:extLst>
              <a:ext uri="{FF2B5EF4-FFF2-40B4-BE49-F238E27FC236}">
                <a16:creationId xmlns:a16="http://schemas.microsoft.com/office/drawing/2014/main" id="{3BC1CE18-71AD-0493-B331-86B1A3072BBA}"/>
              </a:ext>
            </a:extLst>
          </p:cNvPr>
          <p:cNvSpPr/>
          <p:nvPr/>
        </p:nvSpPr>
        <p:spPr>
          <a:xfrm>
            <a:off x="5399888" y="1837264"/>
            <a:ext cx="1137883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9" name="Gráfico 118">
            <a:extLst>
              <a:ext uri="{FF2B5EF4-FFF2-40B4-BE49-F238E27FC236}">
                <a16:creationId xmlns:a16="http://schemas.microsoft.com/office/drawing/2014/main" id="{7330BA0B-B60A-8E8F-2286-9945FB4C32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8626" y="3600727"/>
            <a:ext cx="479206" cy="479206"/>
          </a:xfrm>
          <a:prstGeom prst="rect">
            <a:avLst/>
          </a:prstGeom>
        </p:spPr>
      </p:pic>
      <p:sp>
        <p:nvSpPr>
          <p:cNvPr id="120" name="CuadroTexto 119">
            <a:extLst>
              <a:ext uri="{FF2B5EF4-FFF2-40B4-BE49-F238E27FC236}">
                <a16:creationId xmlns:a16="http://schemas.microsoft.com/office/drawing/2014/main" id="{BFA1A032-D2AB-1C4B-7BE8-A0B403C882D0}"/>
              </a:ext>
            </a:extLst>
          </p:cNvPr>
          <p:cNvSpPr txBox="1"/>
          <p:nvPr/>
        </p:nvSpPr>
        <p:spPr>
          <a:xfrm>
            <a:off x="911851" y="3698019"/>
            <a:ext cx="2024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lpmc_inference.py</a:t>
            </a:r>
            <a:endParaRPr lang="en-US" sz="1400" b="1" dirty="0"/>
          </a:p>
        </p:txBody>
      </p:sp>
      <p:sp>
        <p:nvSpPr>
          <p:cNvPr id="121" name="Shape 43">
            <a:extLst>
              <a:ext uri="{FF2B5EF4-FFF2-40B4-BE49-F238E27FC236}">
                <a16:creationId xmlns:a16="http://schemas.microsoft.com/office/drawing/2014/main" id="{D687980B-66DB-15FC-501B-336D292CEBB1}"/>
              </a:ext>
            </a:extLst>
          </p:cNvPr>
          <p:cNvSpPr/>
          <p:nvPr/>
        </p:nvSpPr>
        <p:spPr>
          <a:xfrm>
            <a:off x="610474" y="4102581"/>
            <a:ext cx="2178777" cy="2245259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urier New" pitchFamily="34" charset="0"/>
                <a:ea typeface="Calibri" panose="020F0502020204030204" pitchFamily="34" charset="0"/>
                <a:cs typeface="Courier New" pitchFamily="34" charset="-120"/>
              </a:rPr>
              <a:t>build_route_features</a:t>
            </a:r>
            <a:endParaRPr lang="en-US" sz="1200" b="1" dirty="0"/>
          </a:p>
        </p:txBody>
      </p:sp>
      <p:sp>
        <p:nvSpPr>
          <p:cNvPr id="122" name="Text 54">
            <a:extLst>
              <a:ext uri="{FF2B5EF4-FFF2-40B4-BE49-F238E27FC236}">
                <a16:creationId xmlns:a16="http://schemas.microsoft.com/office/drawing/2014/main" id="{E292392E-C6E8-7020-CB16-C00507ACEF20}"/>
              </a:ext>
            </a:extLst>
          </p:cNvPr>
          <p:cNvSpPr/>
          <p:nvPr/>
        </p:nvSpPr>
        <p:spPr>
          <a:xfrm>
            <a:off x="788663" y="4334069"/>
            <a:ext cx="1434845" cy="101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distance</a:t>
            </a: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dur_driving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dur_cycling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legs OTP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BBF9ABA0-72B1-B54B-3305-13E17B4D16E6}"/>
              </a:ext>
            </a:extLst>
          </p:cNvPr>
          <p:cNvSpPr txBox="1"/>
          <p:nvPr/>
        </p:nvSpPr>
        <p:spPr>
          <a:xfrm>
            <a:off x="756078" y="5219395"/>
            <a:ext cx="19765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dur_pt_access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dur_pt_bus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dur_pt_rail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dur_pt_int_waiting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dur_pt_int_walking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pt_n_interchanges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ea typeface="Calibri" pitchFamily="34" charset="-122"/>
              <a:cs typeface="Courier New" panose="02070309020205020404" pitchFamily="49" charset="0"/>
            </a:endParaRPr>
          </a:p>
        </p:txBody>
      </p:sp>
      <p:sp>
        <p:nvSpPr>
          <p:cNvPr id="1412" name="Shape 43">
            <a:extLst>
              <a:ext uri="{FF2B5EF4-FFF2-40B4-BE49-F238E27FC236}">
                <a16:creationId xmlns:a16="http://schemas.microsoft.com/office/drawing/2014/main" id="{14CFA1E2-5B5C-C2EE-4FB1-909AD4C7E6A2}"/>
              </a:ext>
            </a:extLst>
          </p:cNvPr>
          <p:cNvSpPr/>
          <p:nvPr/>
        </p:nvSpPr>
        <p:spPr>
          <a:xfrm>
            <a:off x="3011186" y="4313091"/>
            <a:ext cx="2094780" cy="1825504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urier New" pitchFamily="34" charset="0"/>
                <a:ea typeface="Calibri" panose="020F0502020204030204" pitchFamily="34" charset="0"/>
                <a:cs typeface="Courier New" pitchFamily="34" charset="-120"/>
              </a:rPr>
              <a:t>build_feature_frame</a:t>
            </a:r>
            <a:endParaRPr lang="en-US" sz="1200" b="1" dirty="0"/>
          </a:p>
        </p:txBody>
      </p:sp>
      <p:sp>
        <p:nvSpPr>
          <p:cNvPr id="1413" name="Text 54">
            <a:extLst>
              <a:ext uri="{FF2B5EF4-FFF2-40B4-BE49-F238E27FC236}">
                <a16:creationId xmlns:a16="http://schemas.microsoft.com/office/drawing/2014/main" id="{2B8E2D18-B263-DE55-26B6-5E2982979AC6}"/>
              </a:ext>
            </a:extLst>
          </p:cNvPr>
          <p:cNvSpPr/>
          <p:nvPr/>
        </p:nvSpPr>
        <p:spPr>
          <a:xfrm>
            <a:off x="3213090" y="4718161"/>
            <a:ext cx="1860730" cy="114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Agregación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variables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sociodemográficas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unidades</a:t>
            </a: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6" name="Conector: angular 1415">
            <a:extLst>
              <a:ext uri="{FF2B5EF4-FFF2-40B4-BE49-F238E27FC236}">
                <a16:creationId xmlns:a16="http://schemas.microsoft.com/office/drawing/2014/main" id="{583C96F4-A320-5710-AD52-9FF9E20C1AED}"/>
              </a:ext>
            </a:extLst>
          </p:cNvPr>
          <p:cNvCxnSpPr>
            <a:cxnSpLocks/>
            <a:stCxn id="94" idx="2"/>
            <a:endCxn id="121" idx="1"/>
          </p:cNvCxnSpPr>
          <p:nvPr/>
        </p:nvCxnSpPr>
        <p:spPr>
          <a:xfrm rot="5400000">
            <a:off x="2555072" y="1142054"/>
            <a:ext cx="2138559" cy="6027754"/>
          </a:xfrm>
          <a:prstGeom prst="bentConnector4">
            <a:avLst>
              <a:gd name="adj1" fmla="val 10218"/>
              <a:gd name="adj2" fmla="val 1064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8" name="Conector: angular 1417">
            <a:extLst>
              <a:ext uri="{FF2B5EF4-FFF2-40B4-BE49-F238E27FC236}">
                <a16:creationId xmlns:a16="http://schemas.microsoft.com/office/drawing/2014/main" id="{820B11E2-CA4C-6532-1DE6-714C215FC372}"/>
              </a:ext>
            </a:extLst>
          </p:cNvPr>
          <p:cNvCxnSpPr>
            <a:stCxn id="121" idx="3"/>
            <a:endCxn id="1412" idx="1"/>
          </p:cNvCxnSpPr>
          <p:nvPr/>
        </p:nvCxnSpPr>
        <p:spPr>
          <a:xfrm>
            <a:off x="2789251" y="5225211"/>
            <a:ext cx="221935" cy="6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47" name="Grupo 1446">
            <a:extLst>
              <a:ext uri="{FF2B5EF4-FFF2-40B4-BE49-F238E27FC236}">
                <a16:creationId xmlns:a16="http://schemas.microsoft.com/office/drawing/2014/main" id="{7775F629-33DB-439B-FFD3-1B822329EFE4}"/>
              </a:ext>
            </a:extLst>
          </p:cNvPr>
          <p:cNvGrpSpPr/>
          <p:nvPr/>
        </p:nvGrpSpPr>
        <p:grpSpPr>
          <a:xfrm>
            <a:off x="5504834" y="4587163"/>
            <a:ext cx="1677036" cy="1279645"/>
            <a:chOff x="5472688" y="3569096"/>
            <a:chExt cx="1677036" cy="1279645"/>
          </a:xfrm>
        </p:grpSpPr>
        <p:grpSp>
          <p:nvGrpSpPr>
            <p:cNvPr id="1439" name="Grupo 1438">
              <a:extLst>
                <a:ext uri="{FF2B5EF4-FFF2-40B4-BE49-F238E27FC236}">
                  <a16:creationId xmlns:a16="http://schemas.microsoft.com/office/drawing/2014/main" id="{84F19659-0F2F-6241-6B01-B50585E2DBB3}"/>
                </a:ext>
              </a:extLst>
            </p:cNvPr>
            <p:cNvGrpSpPr/>
            <p:nvPr/>
          </p:nvGrpSpPr>
          <p:grpSpPr>
            <a:xfrm>
              <a:off x="5477218" y="3569096"/>
              <a:ext cx="1653882" cy="1279645"/>
              <a:chOff x="9066910" y="2945375"/>
              <a:chExt cx="1653881" cy="1279645"/>
            </a:xfrm>
          </p:grpSpPr>
          <p:sp>
            <p:nvSpPr>
              <p:cNvPr id="1440" name="Shape 17">
                <a:extLst>
                  <a:ext uri="{FF2B5EF4-FFF2-40B4-BE49-F238E27FC236}">
                    <a16:creationId xmlns:a16="http://schemas.microsoft.com/office/drawing/2014/main" id="{BAD29393-066C-D084-EA10-896FFED7066C}"/>
                  </a:ext>
                </a:extLst>
              </p:cNvPr>
              <p:cNvSpPr/>
              <p:nvPr/>
            </p:nvSpPr>
            <p:spPr>
              <a:xfrm>
                <a:off x="9075902" y="2945375"/>
                <a:ext cx="1644889" cy="1279645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1" name="Text 18">
                <a:extLst>
                  <a:ext uri="{FF2B5EF4-FFF2-40B4-BE49-F238E27FC236}">
                    <a16:creationId xmlns:a16="http://schemas.microsoft.com/office/drawing/2014/main" id="{0B015604-9AA9-BB9A-3A8A-9CC2B3507289}"/>
                  </a:ext>
                </a:extLst>
              </p:cNvPr>
              <p:cNvSpPr/>
              <p:nvPr/>
            </p:nvSpPr>
            <p:spPr>
              <a:xfrm>
                <a:off x="9066910" y="3904145"/>
                <a:ext cx="1644889" cy="28849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Solo columnas </a:t>
                </a:r>
                <a:r>
                  <a:rPr lang="en-US" sz="1100" b="1" dirty="0" err="1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continuas</a:t>
                </a:r>
                <a:endParaRPr lang="en-US" sz="1100" b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2A235CD9-B92A-A85C-6299-91BDE86F4D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274096" y="3601456"/>
              <a:ext cx="766515" cy="415081"/>
            </a:xfrm>
            <a:prstGeom prst="rect">
              <a:avLst/>
            </a:prstGeom>
          </p:spPr>
        </p:pic>
        <p:sp>
          <p:nvSpPr>
            <p:cNvPr id="1445" name="CuadroTexto 1444">
              <a:extLst>
                <a:ext uri="{FF2B5EF4-FFF2-40B4-BE49-F238E27FC236}">
                  <a16:creationId xmlns:a16="http://schemas.microsoft.com/office/drawing/2014/main" id="{5F18B943-8E5F-1800-BAAA-17552C1AFAA2}"/>
                </a:ext>
              </a:extLst>
            </p:cNvPr>
            <p:cNvSpPr txBox="1"/>
            <p:nvPr/>
          </p:nvSpPr>
          <p:spPr>
            <a:xfrm>
              <a:off x="5472688" y="4049218"/>
              <a:ext cx="16770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 err="1">
                  <a:latin typeface="Courier New" pitchFamily="34" charset="0"/>
                  <a:cs typeface="Courier New" pitchFamily="34" charset="-120"/>
                </a:rPr>
                <a:t>StandardScaler</a:t>
              </a:r>
              <a:br>
                <a:rPr lang="en-US" sz="1400" b="1" dirty="0">
                  <a:latin typeface="Courier New" pitchFamily="34" charset="0"/>
                  <a:cs typeface="Courier New" pitchFamily="34" charset="-120"/>
                </a:rPr>
              </a:br>
              <a:r>
                <a:rPr lang="en-US" sz="1400" b="1" dirty="0">
                  <a:latin typeface="Courier New" pitchFamily="34" charset="0"/>
                  <a:cs typeface="Courier New" pitchFamily="34" charset="-120"/>
                </a:rPr>
                <a:t>.transform</a:t>
              </a:r>
              <a:endParaRPr lang="en-US" sz="1400" b="1" dirty="0"/>
            </a:p>
          </p:txBody>
        </p:sp>
      </p:grpSp>
      <p:cxnSp>
        <p:nvCxnSpPr>
          <p:cNvPr id="1449" name="Conector: angular 1448">
            <a:extLst>
              <a:ext uri="{FF2B5EF4-FFF2-40B4-BE49-F238E27FC236}">
                <a16:creationId xmlns:a16="http://schemas.microsoft.com/office/drawing/2014/main" id="{7DAAC629-0872-8430-EF41-66DC2D8C7007}"/>
              </a:ext>
            </a:extLst>
          </p:cNvPr>
          <p:cNvCxnSpPr>
            <a:cxnSpLocks/>
            <a:stCxn id="1412" idx="3"/>
            <a:endCxn id="1440" idx="1"/>
          </p:cNvCxnSpPr>
          <p:nvPr/>
        </p:nvCxnSpPr>
        <p:spPr>
          <a:xfrm>
            <a:off x="5105966" y="5225843"/>
            <a:ext cx="412390" cy="11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70" name="Gráfico 1369">
            <a:extLst>
              <a:ext uri="{FF2B5EF4-FFF2-40B4-BE49-F238E27FC236}">
                <a16:creationId xmlns:a16="http://schemas.microsoft.com/office/drawing/2014/main" id="{319F3CAD-1EFA-9FE7-CF49-2712F0113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25497" y="4674163"/>
            <a:ext cx="426461" cy="357117"/>
          </a:xfrm>
          <a:prstGeom prst="rect">
            <a:avLst/>
          </a:prstGeom>
        </p:spPr>
      </p:pic>
      <p:sp>
        <p:nvSpPr>
          <p:cNvPr id="1450" name="Text 34">
            <a:extLst>
              <a:ext uri="{FF2B5EF4-FFF2-40B4-BE49-F238E27FC236}">
                <a16:creationId xmlns:a16="http://schemas.microsoft.com/office/drawing/2014/main" id="{DA5F8794-27C1-18DE-C927-E42A1755BDA2}"/>
              </a:ext>
            </a:extLst>
          </p:cNvPr>
          <p:cNvSpPr/>
          <p:nvPr/>
        </p:nvSpPr>
        <p:spPr>
          <a:xfrm>
            <a:off x="8376622" y="5826485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  <p:cxnSp>
        <p:nvCxnSpPr>
          <p:cNvPr id="1046" name="Conector: angular 1045">
            <a:extLst>
              <a:ext uri="{FF2B5EF4-FFF2-40B4-BE49-F238E27FC236}">
                <a16:creationId xmlns:a16="http://schemas.microsoft.com/office/drawing/2014/main" id="{6B43CF7D-A32D-0A80-7DD1-434A82414CD2}"/>
              </a:ext>
            </a:extLst>
          </p:cNvPr>
          <p:cNvCxnSpPr>
            <a:cxnSpLocks/>
            <a:stCxn id="29" idx="2"/>
            <a:endCxn id="94" idx="2"/>
          </p:cNvCxnSpPr>
          <p:nvPr/>
        </p:nvCxnSpPr>
        <p:spPr>
          <a:xfrm rot="16200000" flipH="1">
            <a:off x="5494362" y="1942786"/>
            <a:ext cx="236292" cy="20514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5" name="Conector: angular 1054">
            <a:extLst>
              <a:ext uri="{FF2B5EF4-FFF2-40B4-BE49-F238E27FC236}">
                <a16:creationId xmlns:a16="http://schemas.microsoft.com/office/drawing/2014/main" id="{B24FAFE3-69B3-815F-4CE3-D5648F25809C}"/>
              </a:ext>
            </a:extLst>
          </p:cNvPr>
          <p:cNvCxnSpPr>
            <a:cxnSpLocks/>
            <a:stCxn id="35" idx="2"/>
            <a:endCxn id="94" idx="2"/>
          </p:cNvCxnSpPr>
          <p:nvPr/>
        </p:nvCxnSpPr>
        <p:spPr>
          <a:xfrm rot="16200000" flipH="1">
            <a:off x="6175812" y="2624236"/>
            <a:ext cx="236292" cy="6885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8" name="Conector: angular 1057">
            <a:extLst>
              <a:ext uri="{FF2B5EF4-FFF2-40B4-BE49-F238E27FC236}">
                <a16:creationId xmlns:a16="http://schemas.microsoft.com/office/drawing/2014/main" id="{2862EBE8-A7E5-1952-C94C-5A4F3213C07F}"/>
              </a:ext>
            </a:extLst>
          </p:cNvPr>
          <p:cNvCxnSpPr>
            <a:cxnSpLocks/>
            <a:stCxn id="41" idx="2"/>
            <a:endCxn id="94" idx="2"/>
          </p:cNvCxnSpPr>
          <p:nvPr/>
        </p:nvCxnSpPr>
        <p:spPr>
          <a:xfrm rot="5400000">
            <a:off x="6857078" y="2631141"/>
            <a:ext cx="236662" cy="674361"/>
          </a:xfrm>
          <a:prstGeom prst="bentConnector3">
            <a:avLst>
              <a:gd name="adj1" fmla="val 437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: angular 1060">
            <a:extLst>
              <a:ext uri="{FF2B5EF4-FFF2-40B4-BE49-F238E27FC236}">
                <a16:creationId xmlns:a16="http://schemas.microsoft.com/office/drawing/2014/main" id="{AF8B3A58-0C09-FD57-7F9E-BCDEA62981ED}"/>
              </a:ext>
            </a:extLst>
          </p:cNvPr>
          <p:cNvCxnSpPr>
            <a:cxnSpLocks/>
            <a:stCxn id="20" idx="2"/>
            <a:endCxn id="94" idx="2"/>
          </p:cNvCxnSpPr>
          <p:nvPr/>
        </p:nvCxnSpPr>
        <p:spPr>
          <a:xfrm rot="5400000">
            <a:off x="7538714" y="1941657"/>
            <a:ext cx="244509" cy="2045480"/>
          </a:xfrm>
          <a:prstGeom prst="bentConnector3">
            <a:avLst>
              <a:gd name="adj1" fmla="val 455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1" name="Imagen 1070">
            <a:extLst>
              <a:ext uri="{FF2B5EF4-FFF2-40B4-BE49-F238E27FC236}">
                <a16:creationId xmlns:a16="http://schemas.microsoft.com/office/drawing/2014/main" id="{519FFB87-70BB-EFD6-FA71-129E69C23DD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91" y="4885218"/>
            <a:ext cx="492510" cy="492510"/>
          </a:xfrm>
          <a:prstGeom prst="rect">
            <a:avLst/>
          </a:prstGeom>
        </p:spPr>
      </p:pic>
      <p:pic>
        <p:nvPicPr>
          <p:cNvPr id="1073" name="Gráfico 1072">
            <a:extLst>
              <a:ext uri="{FF2B5EF4-FFF2-40B4-BE49-F238E27FC236}">
                <a16:creationId xmlns:a16="http://schemas.microsoft.com/office/drawing/2014/main" id="{C1BE8422-5997-E856-D56D-971BD4E16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98992" y="498183"/>
            <a:ext cx="362195" cy="399663"/>
          </a:xfrm>
          <a:prstGeom prst="rect">
            <a:avLst/>
          </a:prstGeom>
        </p:spPr>
      </p:pic>
      <p:pic>
        <p:nvPicPr>
          <p:cNvPr id="1076" name="Gráfico 1075">
            <a:extLst>
              <a:ext uri="{FF2B5EF4-FFF2-40B4-BE49-F238E27FC236}">
                <a16:creationId xmlns:a16="http://schemas.microsoft.com/office/drawing/2014/main" id="{CF9DAE17-2AAB-BDD2-30E4-00D4A95FB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63995" y="4182371"/>
            <a:ext cx="362195" cy="399663"/>
          </a:xfrm>
          <a:prstGeom prst="rect">
            <a:avLst/>
          </a:prstGeom>
        </p:spPr>
      </p:pic>
      <p:sp>
        <p:nvSpPr>
          <p:cNvPr id="1077" name="Text 34">
            <a:extLst>
              <a:ext uri="{FF2B5EF4-FFF2-40B4-BE49-F238E27FC236}">
                <a16:creationId xmlns:a16="http://schemas.microsoft.com/office/drawing/2014/main" id="{B1527BD6-C8B3-ED35-69E6-F458FB726F9F}"/>
              </a:ext>
            </a:extLst>
          </p:cNvPr>
          <p:cNvSpPr/>
          <p:nvPr/>
        </p:nvSpPr>
        <p:spPr>
          <a:xfrm>
            <a:off x="10379698" y="4252922"/>
            <a:ext cx="1310949" cy="26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pic>
        <p:nvPicPr>
          <p:cNvPr id="1079" name="Image 9" descr="Coche con relleno sólido">
            <a:extLst>
              <a:ext uri="{FF2B5EF4-FFF2-40B4-BE49-F238E27FC236}">
                <a16:creationId xmlns:a16="http://schemas.microsoft.com/office/drawing/2014/main" id="{52914CE9-FFD7-3DE0-B506-D87A8A600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708652" y="4711161"/>
            <a:ext cx="292608" cy="292608"/>
          </a:xfrm>
          <a:prstGeom prst="rect">
            <a:avLst/>
          </a:prstGeom>
        </p:spPr>
      </p:pic>
      <p:pic>
        <p:nvPicPr>
          <p:cNvPr id="1080" name="Image 9" descr="Triciclo con relleno sólido">
            <a:extLst>
              <a:ext uri="{FF2B5EF4-FFF2-40B4-BE49-F238E27FC236}">
                <a16:creationId xmlns:a16="http://schemas.microsoft.com/office/drawing/2014/main" id="{1059EE83-B407-1448-3271-FAEA47D54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08652" y="4907282"/>
            <a:ext cx="292608" cy="292608"/>
          </a:xfrm>
          <a:prstGeom prst="rect">
            <a:avLst/>
          </a:prstGeom>
        </p:spPr>
      </p:pic>
      <p:pic>
        <p:nvPicPr>
          <p:cNvPr id="1081" name="Image 9" descr="Andar con relleno sólido">
            <a:extLst>
              <a:ext uri="{FF2B5EF4-FFF2-40B4-BE49-F238E27FC236}">
                <a16:creationId xmlns:a16="http://schemas.microsoft.com/office/drawing/2014/main" id="{B97CDB3B-1F50-3812-2772-AE58EE59B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48884" y="5151207"/>
            <a:ext cx="231553" cy="231553"/>
          </a:xfrm>
          <a:prstGeom prst="rect">
            <a:avLst/>
          </a:prstGeom>
        </p:spPr>
      </p:pic>
      <p:pic>
        <p:nvPicPr>
          <p:cNvPr id="1082" name="Image 9" descr="Autobús con relleno sólido">
            <a:extLst>
              <a:ext uri="{FF2B5EF4-FFF2-40B4-BE49-F238E27FC236}">
                <a16:creationId xmlns:a16="http://schemas.microsoft.com/office/drawing/2014/main" id="{BD130FE1-8E7F-C0C9-B3DD-A60EBC1B8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715230" y="5326787"/>
            <a:ext cx="292506" cy="292608"/>
          </a:xfrm>
          <a:prstGeom prst="rect">
            <a:avLst/>
          </a:prstGeom>
        </p:spPr>
      </p:pic>
      <p:sp>
        <p:nvSpPr>
          <p:cNvPr id="1083" name="Text 34">
            <a:extLst>
              <a:ext uri="{FF2B5EF4-FFF2-40B4-BE49-F238E27FC236}">
                <a16:creationId xmlns:a16="http://schemas.microsoft.com/office/drawing/2014/main" id="{6103D950-D6A3-5446-4FD5-1524C89ABC07}"/>
              </a:ext>
            </a:extLst>
          </p:cNvPr>
          <p:cNvSpPr/>
          <p:nvPr/>
        </p:nvSpPr>
        <p:spPr>
          <a:xfrm>
            <a:off x="10430893" y="4779263"/>
            <a:ext cx="1267329" cy="78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Predicted</a:t>
            </a:r>
            <a:br>
              <a:rPr lang="en-US" sz="1600" b="1" dirty="0">
                <a:solidFill>
                  <a:srgbClr val="212121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212121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Mode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85" name="Imagen 1084">
            <a:extLst>
              <a:ext uri="{FF2B5EF4-FFF2-40B4-BE49-F238E27FC236}">
                <a16:creationId xmlns:a16="http://schemas.microsoft.com/office/drawing/2014/main" id="{D9D64787-CCBF-62EE-C603-00422588B67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20460" y="5783241"/>
            <a:ext cx="492510" cy="492510"/>
          </a:xfrm>
          <a:prstGeom prst="rect">
            <a:avLst/>
          </a:prstGeom>
        </p:spPr>
      </p:pic>
      <p:sp>
        <p:nvSpPr>
          <p:cNvPr id="1086" name="Text 34">
            <a:extLst>
              <a:ext uri="{FF2B5EF4-FFF2-40B4-BE49-F238E27FC236}">
                <a16:creationId xmlns:a16="http://schemas.microsoft.com/office/drawing/2014/main" id="{E8DF14B3-8F1B-B2A0-71EA-EA958123ACBF}"/>
              </a:ext>
            </a:extLst>
          </p:cNvPr>
          <p:cNvSpPr/>
          <p:nvPr/>
        </p:nvSpPr>
        <p:spPr>
          <a:xfrm>
            <a:off x="10423318" y="5875370"/>
            <a:ext cx="1267329" cy="338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Confidence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89" name="Conector: angular 1488">
            <a:extLst>
              <a:ext uri="{FF2B5EF4-FFF2-40B4-BE49-F238E27FC236}">
                <a16:creationId xmlns:a16="http://schemas.microsoft.com/office/drawing/2014/main" id="{F8A424EF-88CA-870B-593C-376F1E070E1B}"/>
              </a:ext>
            </a:extLst>
          </p:cNvPr>
          <p:cNvCxnSpPr>
            <a:cxnSpLocks/>
            <a:stCxn id="1356" idx="3"/>
            <a:endCxn id="1452" idx="1"/>
          </p:cNvCxnSpPr>
          <p:nvPr/>
        </p:nvCxnSpPr>
        <p:spPr>
          <a:xfrm flipV="1">
            <a:off x="9227086" y="5225843"/>
            <a:ext cx="649407" cy="9021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1" name="Conector: angular 1490">
            <a:extLst>
              <a:ext uri="{FF2B5EF4-FFF2-40B4-BE49-F238E27FC236}">
                <a16:creationId xmlns:a16="http://schemas.microsoft.com/office/drawing/2014/main" id="{C96A5C3C-DBA4-420C-EBDE-9A4F88E18410}"/>
              </a:ext>
            </a:extLst>
          </p:cNvPr>
          <p:cNvCxnSpPr>
            <a:cxnSpLocks/>
            <a:stCxn id="1350" idx="3"/>
            <a:endCxn id="1452" idx="1"/>
          </p:cNvCxnSpPr>
          <p:nvPr/>
        </p:nvCxnSpPr>
        <p:spPr>
          <a:xfrm flipV="1">
            <a:off x="9223753" y="5225843"/>
            <a:ext cx="652740" cy="9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5" name="Conector: angular 1494">
            <a:extLst>
              <a:ext uri="{FF2B5EF4-FFF2-40B4-BE49-F238E27FC236}">
                <a16:creationId xmlns:a16="http://schemas.microsoft.com/office/drawing/2014/main" id="{A3CE5BDE-6C12-1BB3-40D9-A457F46A2A7D}"/>
              </a:ext>
            </a:extLst>
          </p:cNvPr>
          <p:cNvCxnSpPr>
            <a:cxnSpLocks/>
            <a:stCxn id="1347" idx="3"/>
            <a:endCxn id="1452" idx="1"/>
          </p:cNvCxnSpPr>
          <p:nvPr/>
        </p:nvCxnSpPr>
        <p:spPr>
          <a:xfrm>
            <a:off x="9223753" y="4370770"/>
            <a:ext cx="652740" cy="8550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8" name="Conector: angular 1497">
            <a:extLst>
              <a:ext uri="{FF2B5EF4-FFF2-40B4-BE49-F238E27FC236}">
                <a16:creationId xmlns:a16="http://schemas.microsoft.com/office/drawing/2014/main" id="{E01C61E2-95D9-161D-E7A7-80BC27C12ACE}"/>
              </a:ext>
            </a:extLst>
          </p:cNvPr>
          <p:cNvCxnSpPr>
            <a:cxnSpLocks/>
            <a:stCxn id="1440" idx="3"/>
            <a:endCxn id="1347" idx="1"/>
          </p:cNvCxnSpPr>
          <p:nvPr/>
        </p:nvCxnSpPr>
        <p:spPr>
          <a:xfrm flipV="1">
            <a:off x="7163246" y="4370770"/>
            <a:ext cx="477039" cy="856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0" name="Conector: angular 1499">
            <a:extLst>
              <a:ext uri="{FF2B5EF4-FFF2-40B4-BE49-F238E27FC236}">
                <a16:creationId xmlns:a16="http://schemas.microsoft.com/office/drawing/2014/main" id="{36DCE045-85CD-6305-DA42-9961402153A0}"/>
              </a:ext>
            </a:extLst>
          </p:cNvPr>
          <p:cNvCxnSpPr>
            <a:cxnSpLocks/>
            <a:stCxn id="1440" idx="3"/>
            <a:endCxn id="1350" idx="1"/>
          </p:cNvCxnSpPr>
          <p:nvPr/>
        </p:nvCxnSpPr>
        <p:spPr>
          <a:xfrm flipV="1">
            <a:off x="7163246" y="5226807"/>
            <a:ext cx="477039" cy="1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2" name="Conector: angular 1501">
            <a:extLst>
              <a:ext uri="{FF2B5EF4-FFF2-40B4-BE49-F238E27FC236}">
                <a16:creationId xmlns:a16="http://schemas.microsoft.com/office/drawing/2014/main" id="{8FC8826A-2F7A-02CB-A42A-C2B094E48077}"/>
              </a:ext>
            </a:extLst>
          </p:cNvPr>
          <p:cNvCxnSpPr>
            <a:cxnSpLocks/>
            <a:stCxn id="1440" idx="3"/>
            <a:endCxn id="1356" idx="1"/>
          </p:cNvCxnSpPr>
          <p:nvPr/>
        </p:nvCxnSpPr>
        <p:spPr>
          <a:xfrm>
            <a:off x="7163246" y="5226986"/>
            <a:ext cx="480372" cy="9009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87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9632" y="30480"/>
            <a:ext cx="3832075" cy="3528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93" b="1">
                <a:solidFill>
                  <a:srgbClr val="000000"/>
                </a:solidFill>
                <a:latin typeface="Calibri"/>
              </a:rPr>
              <a:t>Pipeline de Inferencia de Elección Modal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19237" y="312412"/>
            <a:ext cx="4952866" cy="541005"/>
          </a:xfrm>
          <a:prstGeom prst="roundRect">
            <a:avLst>
              <a:gd name="adj" fmla="val 16000"/>
            </a:avLst>
          </a:prstGeom>
          <a:solidFill>
            <a:srgbClr val="EDFAFB"/>
          </a:solidFill>
          <a:ln w="317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 dirty="0">
                <a:solidFill>
                  <a:srgbClr val="000000"/>
                </a:solidFill>
                <a:latin typeface="Calibri"/>
              </a:rPr>
              <a:t>POST   /</a:t>
            </a:r>
            <a:r>
              <a:rPr sz="1323" b="1" dirty="0" err="1">
                <a:solidFill>
                  <a:srgbClr val="000000"/>
                </a:solidFill>
                <a:latin typeface="Calibri"/>
              </a:rPr>
              <a:t>api</a:t>
            </a:r>
            <a:r>
              <a:rPr sz="1323" b="1" dirty="0">
                <a:solidFill>
                  <a:srgbClr val="000000"/>
                </a:solidFill>
                <a:latin typeface="Calibri"/>
              </a:rPr>
              <a:t>/</a:t>
            </a:r>
            <a:r>
              <a:rPr sz="1323" b="1" dirty="0" err="1">
                <a:solidFill>
                  <a:srgbClr val="000000"/>
                </a:solidFill>
                <a:latin typeface="Calibri"/>
              </a:rPr>
              <a:t>lpmc</a:t>
            </a:r>
            <a:r>
              <a:rPr sz="1323" b="1" dirty="0">
                <a:solidFill>
                  <a:srgbClr val="000000"/>
                </a:solidFill>
                <a:latin typeface="Calibri"/>
              </a:rPr>
              <a:t>/predict   |   /compare</a:t>
            </a:r>
          </a:p>
          <a:p>
            <a:pPr algn="ctr"/>
            <a:r>
              <a:rPr sz="1005" dirty="0" err="1">
                <a:solidFill>
                  <a:srgbClr val="444444"/>
                </a:solidFill>
                <a:latin typeface="Calibri"/>
              </a:rPr>
              <a:t>origen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 · 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destino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 · 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perfil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sociodemográfico</a:t>
            </a:r>
            <a:endParaRPr sz="1005" dirty="0">
              <a:solidFill>
                <a:srgbClr val="444444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095670" y="853416"/>
            <a:ext cx="0" cy="19811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933357" y="1127729"/>
            <a:ext cx="8324625" cy="807698"/>
          </a:xfrm>
          <a:prstGeom prst="rect">
            <a:avLst/>
          </a:prstGeom>
          <a:noFill/>
          <a:ln w="19050">
            <a:solidFill>
              <a:srgbClr val="FF8F0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05"/>
          </a:p>
        </p:txBody>
      </p:sp>
      <p:sp>
        <p:nvSpPr>
          <p:cNvPr id="6" name="TextBox 5"/>
          <p:cNvSpPr txBox="1"/>
          <p:nvPr/>
        </p:nvSpPr>
        <p:spPr>
          <a:xfrm>
            <a:off x="5080808" y="998193"/>
            <a:ext cx="2029722" cy="263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11" b="1" i="1">
                <a:solidFill>
                  <a:srgbClr val="FF8F00"/>
                </a:solidFill>
                <a:latin typeface="Calibri"/>
              </a:rPr>
              <a:t>asyncio.gather  —  concurrente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7175" y="1211548"/>
            <a:ext cx="1904949" cy="640063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>
                <a:solidFill>
                  <a:srgbClr val="000000"/>
                </a:solidFill>
                <a:latin typeface="Calibri"/>
              </a:rPr>
              <a:t>OSRM car</a:t>
            </a:r>
          </a:p>
          <a:p>
            <a:pPr algn="ctr"/>
            <a:r>
              <a:rPr sz="1164">
                <a:solidFill>
                  <a:srgbClr val="444444"/>
                </a:solidFill>
                <a:latin typeface="Calibri"/>
              </a:rPr>
              <a:t>:5000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1188" y="1211548"/>
            <a:ext cx="1904949" cy="640063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>
                <a:solidFill>
                  <a:srgbClr val="000000"/>
                </a:solidFill>
                <a:latin typeface="Calibri"/>
              </a:rPr>
              <a:t>OSRM bike</a:t>
            </a:r>
          </a:p>
          <a:p>
            <a:pPr algn="ctr"/>
            <a:r>
              <a:rPr sz="1164">
                <a:solidFill>
                  <a:srgbClr val="444444"/>
                </a:solidFill>
                <a:latin typeface="Calibri"/>
              </a:rPr>
              <a:t>:5001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202" y="1211548"/>
            <a:ext cx="1904949" cy="640063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>
                <a:solidFill>
                  <a:srgbClr val="000000"/>
                </a:solidFill>
                <a:latin typeface="Calibri"/>
              </a:rPr>
              <a:t>OSRM foot</a:t>
            </a:r>
          </a:p>
          <a:p>
            <a:pPr algn="ctr"/>
            <a:r>
              <a:rPr sz="1164">
                <a:solidFill>
                  <a:srgbClr val="444444"/>
                </a:solidFill>
                <a:latin typeface="Calibri"/>
              </a:rPr>
              <a:t>:5002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9215" y="1211548"/>
            <a:ext cx="1904949" cy="640063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 w="317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>
                <a:solidFill>
                  <a:srgbClr val="000000"/>
                </a:solidFill>
                <a:latin typeface="Calibri"/>
              </a:rPr>
              <a:t>OTP</a:t>
            </a:r>
          </a:p>
          <a:p>
            <a:pPr algn="ctr"/>
            <a:r>
              <a:rPr sz="1164">
                <a:solidFill>
                  <a:srgbClr val="444444"/>
                </a:solidFill>
                <a:latin typeface="Calibri"/>
              </a:rPr>
              <a:t>:8080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670" y="853416"/>
            <a:ext cx="0" cy="19811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69650" y="1051531"/>
            <a:ext cx="625204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2969649" y="1051531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53663" y="1051531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7677" y="1051531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221689" y="1051531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69649" y="1851610"/>
            <a:ext cx="0" cy="15239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53663" y="1851610"/>
            <a:ext cx="0" cy="15239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7677" y="1851610"/>
            <a:ext cx="0" cy="15239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21689" y="1851610"/>
            <a:ext cx="0" cy="15239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69650" y="2004006"/>
            <a:ext cx="625204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5670" y="2004006"/>
            <a:ext cx="0" cy="144776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19237" y="2148783"/>
            <a:ext cx="4952866" cy="541005"/>
          </a:xfrm>
          <a:prstGeom prst="roundRect">
            <a:avLst>
              <a:gd name="adj" fmla="val 16000"/>
            </a:avLst>
          </a:prstGeom>
          <a:solidFill>
            <a:srgbClr val="F3F4F5"/>
          </a:solidFill>
          <a:ln w="317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 dirty="0" err="1">
                <a:solidFill>
                  <a:srgbClr val="000000"/>
                </a:solidFill>
                <a:latin typeface="Calibri"/>
              </a:rPr>
              <a:t>build_route_features</a:t>
            </a:r>
            <a:endParaRPr sz="1323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1005" dirty="0" err="1">
                <a:solidFill>
                  <a:srgbClr val="444444"/>
                </a:solidFill>
                <a:latin typeface="Calibri"/>
              </a:rPr>
              <a:t>duración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(s) → horas  ·  legs OTP →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dur_pt</a:t>
            </a:r>
            <a:r>
              <a:rPr sz="1005" dirty="0">
                <a:solidFill>
                  <a:srgbClr val="444444"/>
                </a:solidFill>
                <a:latin typeface="Calibri"/>
              </a:rPr>
              <a:t>_*  · 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transbordos</a:t>
            </a:r>
            <a:endParaRPr sz="1005" dirty="0">
              <a:solidFill>
                <a:srgbClr val="444444"/>
              </a:solidFill>
              <a:latin typeface="Calibri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095670" y="2689788"/>
            <a:ext cx="0" cy="236214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19237" y="2926002"/>
            <a:ext cx="4952866" cy="541005"/>
          </a:xfrm>
          <a:prstGeom prst="roundRect">
            <a:avLst>
              <a:gd name="adj" fmla="val 16000"/>
            </a:avLst>
          </a:prstGeom>
          <a:solidFill>
            <a:srgbClr val="F3F4F5"/>
          </a:solidFill>
          <a:ln w="3175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 dirty="0" err="1">
                <a:solidFill>
                  <a:srgbClr val="000000"/>
                </a:solidFill>
                <a:latin typeface="Calibri"/>
              </a:rPr>
              <a:t>build_feature_frame</a:t>
            </a:r>
            <a:endParaRPr sz="1323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1005" dirty="0">
                <a:solidFill>
                  <a:srgbClr val="444444"/>
                </a:solidFill>
                <a:latin typeface="Calibri"/>
              </a:rPr>
              <a:t>+ variables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sociodemográficas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 ·  one-hot purpose /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fueltype</a:t>
            </a:r>
            <a:endParaRPr sz="1005" dirty="0">
              <a:solidFill>
                <a:srgbClr val="444444"/>
              </a:solidFill>
              <a:latin typeface="Calibri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095670" y="3467007"/>
            <a:ext cx="0" cy="236213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19237" y="3703220"/>
            <a:ext cx="4952866" cy="541005"/>
          </a:xfrm>
          <a:prstGeom prst="roundRect">
            <a:avLst>
              <a:gd name="adj" fmla="val 16000"/>
            </a:avLst>
          </a:prstGeom>
          <a:solidFill>
            <a:srgbClr val="F0F5F0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 dirty="0" err="1">
                <a:solidFill>
                  <a:srgbClr val="000000"/>
                </a:solidFill>
                <a:latin typeface="Calibri"/>
              </a:rPr>
              <a:t>StandardScaler.transform</a:t>
            </a:r>
            <a:endParaRPr sz="1323" b="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1005" dirty="0">
                <a:solidFill>
                  <a:srgbClr val="444444"/>
                </a:solidFill>
                <a:latin typeface="Calibri"/>
              </a:rPr>
              <a:t>columnas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continuas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 ·  μ y σ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ajustados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</a:t>
            </a:r>
            <a:r>
              <a:rPr sz="1005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005" dirty="0">
                <a:solidFill>
                  <a:srgbClr val="444444"/>
                </a:solidFill>
                <a:latin typeface="Calibri"/>
              </a:rPr>
              <a:t> conjunto train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5670" y="4244225"/>
            <a:ext cx="0" cy="19049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38169" y="4594736"/>
            <a:ext cx="2209740" cy="647683"/>
          </a:xfrm>
          <a:prstGeom prst="roundRect">
            <a:avLst>
              <a:gd name="adj" fmla="val 16000"/>
            </a:avLst>
          </a:prstGeom>
          <a:solidFill>
            <a:srgbClr val="EEF4FA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482" b="1">
                <a:solidFill>
                  <a:srgbClr val="000000"/>
                </a:solidFill>
                <a:latin typeface="Calibri"/>
              </a:rPr>
              <a:t>XGBoost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0800" y="4594736"/>
            <a:ext cx="2209740" cy="647683"/>
          </a:xfrm>
          <a:prstGeom prst="roundRect">
            <a:avLst>
              <a:gd name="adj" fmla="val 16000"/>
            </a:avLst>
          </a:prstGeom>
          <a:solidFill>
            <a:srgbClr val="F1F8F2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482" b="1">
                <a:solidFill>
                  <a:srgbClr val="000000"/>
                </a:solidFill>
                <a:latin typeface="Calibri"/>
              </a:rPr>
              <a:t>Random Forest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431" y="4594736"/>
            <a:ext cx="2209740" cy="647683"/>
          </a:xfrm>
          <a:prstGeom prst="roundRect">
            <a:avLst>
              <a:gd name="adj" fmla="val 16000"/>
            </a:avLst>
          </a:prstGeom>
          <a:solidFill>
            <a:srgbClr val="FDF1F0"/>
          </a:solidFill>
          <a:ln w="317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482" b="1">
                <a:solidFill>
                  <a:srgbClr val="000000"/>
                </a:solidFill>
                <a:latin typeface="Calibri"/>
              </a:rPr>
              <a:t>DNN  —  PyTorch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5670" y="4244225"/>
            <a:ext cx="0" cy="19049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43039" y="4434720"/>
            <a:ext cx="510526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43039" y="4434720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670" y="4434720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648301" y="4434720"/>
            <a:ext cx="0" cy="16001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3039" y="5242418"/>
            <a:ext cx="0" cy="16001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95670" y="5242418"/>
            <a:ext cx="0" cy="16001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48301" y="5242418"/>
            <a:ext cx="0" cy="16001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43039" y="5402434"/>
            <a:ext cx="510526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95670" y="5402434"/>
            <a:ext cx="0" cy="144777"/>
          </a:xfrm>
          <a:prstGeom prst="line">
            <a:avLst/>
          </a:prstGeom>
          <a:ln w="254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619237" y="5547211"/>
            <a:ext cx="4952866" cy="541005"/>
          </a:xfrm>
          <a:prstGeom prst="roundRect">
            <a:avLst>
              <a:gd name="adj" fmla="val 16000"/>
            </a:avLst>
          </a:prstGeom>
          <a:solidFill>
            <a:srgbClr val="EDFAFB"/>
          </a:solidFill>
          <a:ln w="317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297" tIns="30479" rIns="114297" bIns="30479" rtlCol="0" anchor="ctr"/>
          <a:lstStyle/>
          <a:p>
            <a:pPr algn="ctr"/>
            <a:r>
              <a:rPr sz="1323" b="1">
                <a:solidFill>
                  <a:srgbClr val="000000"/>
                </a:solidFill>
                <a:latin typeface="Calibri"/>
              </a:rPr>
              <a:t>Respuesta JSON</a:t>
            </a:r>
          </a:p>
          <a:p>
            <a:pPr algn="ctr"/>
            <a:r>
              <a:rPr sz="1005">
                <a:solidFill>
                  <a:srgbClr val="444444"/>
                </a:solidFill>
                <a:latin typeface="Calibri"/>
              </a:rPr>
              <a:t>predicted_mode  ·  confidence  ·  probabilities [walk, cycle, pt, drive]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0D70F7-8416-46C5-896C-E4C67671FD25}">
  <ds:schemaRefs>
    <ds:schemaRef ds:uri="89f1de4a-40f7-4e81-987b-401414521485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da169425-153d-4080-8705-45c92938e7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373</Words>
  <Application>Microsoft Office PowerPoint</Application>
  <PresentationFormat>Panorámica</PresentationFormat>
  <Paragraphs>113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Courier New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15</cp:revision>
  <dcterms:created xsi:type="dcterms:W3CDTF">2026-04-21T15:15:57Z</dcterms:created>
  <dcterms:modified xsi:type="dcterms:W3CDTF">2026-05-07T01:11:33Z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